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9" r:id="rId4"/>
    <p:sldMasterId id="2147484321" r:id="rId5"/>
  </p:sldMasterIdLst>
  <p:notesMasterIdLst>
    <p:notesMasterId r:id="rId7"/>
  </p:notesMasterIdLst>
  <p:handoutMasterIdLst>
    <p:handoutMasterId r:id="rId8"/>
  </p:handoutMasterIdLst>
  <p:sldIdLst>
    <p:sldId id="258" r:id="rId6"/>
  </p:sldIdLst>
  <p:sldSz cx="36576000" cy="27432000"/>
  <p:notesSz cx="6858000" cy="8891588"/>
  <p:defaultTextStyle>
    <a:defPPr>
      <a:defRPr lang="ru-RU"/>
    </a:defPPr>
    <a:lvl1pPr marL="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1pPr>
    <a:lvl2pPr marL="204700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2pPr>
    <a:lvl3pPr marL="409400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3pPr>
    <a:lvl4pPr marL="6141015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4pPr>
    <a:lvl5pPr marL="818801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5pPr>
    <a:lvl6pPr marL="1023502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1A"/>
    <a:srgbClr val="E1E1E1"/>
    <a:srgbClr val="FFFFFF"/>
    <a:srgbClr val="649FFF"/>
    <a:srgbClr val="F2F2F2"/>
    <a:srgbClr val="FAFAFA"/>
    <a:srgbClr val="242529"/>
    <a:srgbClr val="D1D9E1"/>
    <a:srgbClr val="99CC00"/>
    <a:srgbClr val="EAC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399B0-A8B2-45C4-A455-D252EBAA0802}" v="3596" dt="2022-04-25T04:35:02.942"/>
    <p1510:client id="{9E270107-9825-2BED-412E-05F1E99D2A3F}" v="4" dt="2022-04-25T22:08:13.097"/>
    <p1510:client id="{A287CC12-F527-C6F1-6A3B-AE4B8035CB0C}" v="30" dt="2022-04-25T21:35:18.029"/>
    <p1510:client id="{A5D2AB55-E615-4178-8CEA-0A952CCDB75B}" v="165" dt="2022-04-25T00:09:09.618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a, Alejandro (pena0641@vandals.uidaho.edu)" userId="S::pena0641@vandals.uidaho.edu::a71fb428-d818-4f29-9a93-19dcb35477ce" providerId="AD" clId="Web-{1FF3833F-5C48-3AF8-67FA-7AC735742F3A}"/>
    <pc:docChg chg="modSld">
      <pc:chgData name="Pena, Alejandro (pena0641@vandals.uidaho.edu)" userId="S::pena0641@vandals.uidaho.edu::a71fb428-d818-4f29-9a93-19dcb35477ce" providerId="AD" clId="Web-{1FF3833F-5C48-3AF8-67FA-7AC735742F3A}" dt="2022-04-22T08:06:44.478" v="7" actId="20577"/>
      <pc:docMkLst>
        <pc:docMk/>
      </pc:docMkLst>
      <pc:sldChg chg="modSp">
        <pc:chgData name="Pena, Alejandro (pena0641@vandals.uidaho.edu)" userId="S::pena0641@vandals.uidaho.edu::a71fb428-d818-4f29-9a93-19dcb35477ce" providerId="AD" clId="Web-{1FF3833F-5C48-3AF8-67FA-7AC735742F3A}" dt="2022-04-22T08:06:44.478" v="7" actId="20577"/>
        <pc:sldMkLst>
          <pc:docMk/>
          <pc:sldMk cId="3836066761" sldId="258"/>
        </pc:sldMkLst>
        <pc:spChg chg="mod">
          <ac:chgData name="Pena, Alejandro (pena0641@vandals.uidaho.edu)" userId="S::pena0641@vandals.uidaho.edu::a71fb428-d818-4f29-9a93-19dcb35477ce" providerId="AD" clId="Web-{1FF3833F-5C48-3AF8-67FA-7AC735742F3A}" dt="2022-04-22T08:06:44.478" v="7" actId="20577"/>
          <ac:spMkLst>
            <pc:docMk/>
            <pc:sldMk cId="3836066761" sldId="258"/>
            <ac:spMk id="5" creationId="{7D128F42-60D2-49B4-ADD6-F27A6E4AE6BB}"/>
          </ac:spMkLst>
        </pc:spChg>
      </pc:sldChg>
    </pc:docChg>
  </pc:docChgLst>
  <pc:docChgLst>
    <pc:chgData name="Villanueva, Miguel (vill9577@vandals.uidaho.edu)" userId="S::vill9577@vandals.uidaho.edu::998d1e7a-b7be-4c3f-965c-1a38dece3252" providerId="AD" clId="Web-{A287CC12-F527-C6F1-6A3B-AE4B8035CB0C}"/>
    <pc:docChg chg="modSld">
      <pc:chgData name="Villanueva, Miguel (vill9577@vandals.uidaho.edu)" userId="S::vill9577@vandals.uidaho.edu::998d1e7a-b7be-4c3f-965c-1a38dece3252" providerId="AD" clId="Web-{A287CC12-F527-C6F1-6A3B-AE4B8035CB0C}" dt="2022-04-25T21:35:18.029" v="14" actId="20577"/>
      <pc:docMkLst>
        <pc:docMk/>
      </pc:docMkLst>
      <pc:sldChg chg="modSp">
        <pc:chgData name="Villanueva, Miguel (vill9577@vandals.uidaho.edu)" userId="S::vill9577@vandals.uidaho.edu::998d1e7a-b7be-4c3f-965c-1a38dece3252" providerId="AD" clId="Web-{A287CC12-F527-C6F1-6A3B-AE4B8035CB0C}" dt="2022-04-25T21:35:18.029" v="14" actId="20577"/>
        <pc:sldMkLst>
          <pc:docMk/>
          <pc:sldMk cId="3836066761" sldId="258"/>
        </pc:sldMkLst>
        <pc:spChg chg="mod">
          <ac:chgData name="Villanueva, Miguel (vill9577@vandals.uidaho.edu)" userId="S::vill9577@vandals.uidaho.edu::998d1e7a-b7be-4c3f-965c-1a38dece3252" providerId="AD" clId="Web-{A287CC12-F527-C6F1-6A3B-AE4B8035CB0C}" dt="2022-04-25T21:35:18.029" v="14" actId="20577"/>
          <ac:spMkLst>
            <pc:docMk/>
            <pc:sldMk cId="3836066761" sldId="258"/>
            <ac:spMk id="59" creationId="{6E256394-276A-4F79-846C-C2EACCBF313F}"/>
          </ac:spMkLst>
        </pc:spChg>
      </pc:sldChg>
    </pc:docChg>
  </pc:docChgLst>
  <pc:docChgLst>
    <pc:chgData name="Pena, Alejandro (pena0641@vandals.uidaho.edu)" userId="a71fb428-d818-4f29-9a93-19dcb35477ce" providerId="ADAL" clId="{9F714FF9-B7EA-49D2-B8DC-2121C60DBF04}"/>
    <pc:docChg chg="undo custSel addSld modSld modSection">
      <pc:chgData name="Pena, Alejandro (pena0641@vandals.uidaho.edu)" userId="a71fb428-d818-4f29-9a93-19dcb35477ce" providerId="ADAL" clId="{9F714FF9-B7EA-49D2-B8DC-2121C60DBF04}" dt="2022-04-22T08:36:13.801" v="138" actId="1076"/>
      <pc:docMkLst>
        <pc:docMk/>
      </pc:docMkLst>
      <pc:sldChg chg="addSp delSp modSp mod">
        <pc:chgData name="Pena, Alejandro (pena0641@vandals.uidaho.edu)" userId="a71fb428-d818-4f29-9a93-19dcb35477ce" providerId="ADAL" clId="{9F714FF9-B7EA-49D2-B8DC-2121C60DBF04}" dt="2022-04-22T08:36:13.801" v="138" actId="1076"/>
        <pc:sldMkLst>
          <pc:docMk/>
          <pc:sldMk cId="3836066761" sldId="258"/>
        </pc:sldMkLst>
        <pc:spChg chg="del mod">
          <ac:chgData name="Pena, Alejandro (pena0641@vandals.uidaho.edu)" userId="a71fb428-d818-4f29-9a93-19dcb35477ce" providerId="ADAL" clId="{9F714FF9-B7EA-49D2-B8DC-2121C60DBF04}" dt="2022-04-22T08:34:19.695" v="52" actId="21"/>
          <ac:spMkLst>
            <pc:docMk/>
            <pc:sldMk cId="3836066761" sldId="258"/>
            <ac:spMk id="2" creationId="{F7B20FCF-A373-4837-A0FD-1F071388C493}"/>
          </ac:spMkLst>
        </pc:spChg>
        <pc:spChg chg="add del mod">
          <ac:chgData name="Pena, Alejandro (pena0641@vandals.uidaho.edu)" userId="a71fb428-d818-4f29-9a93-19dcb35477ce" providerId="ADAL" clId="{9F714FF9-B7EA-49D2-B8DC-2121C60DBF04}" dt="2022-04-22T08:36:13.801" v="138" actId="1076"/>
          <ac:spMkLst>
            <pc:docMk/>
            <pc:sldMk cId="3836066761" sldId="258"/>
            <ac:spMk id="3" creationId="{D8D3310E-1F90-4E53-BE0E-D3FCDC3ED727}"/>
          </ac:spMkLst>
        </pc:spChg>
        <pc:spChg chg="mod">
          <ac:chgData name="Pena, Alejandro (pena0641@vandals.uidaho.edu)" userId="a71fb428-d818-4f29-9a93-19dcb35477ce" providerId="ADAL" clId="{9F714FF9-B7EA-49D2-B8DC-2121C60DBF04}" dt="2022-04-22T08:33:44.714" v="43" actId="1076"/>
          <ac:spMkLst>
            <pc:docMk/>
            <pc:sldMk cId="3836066761" sldId="258"/>
            <ac:spMk id="4" creationId="{48EC1A4E-EA54-4574-907C-22425797F44C}"/>
          </ac:spMkLst>
        </pc:spChg>
        <pc:spChg chg="mod">
          <ac:chgData name="Pena, Alejandro (pena0641@vandals.uidaho.edu)" userId="a71fb428-d818-4f29-9a93-19dcb35477ce" providerId="ADAL" clId="{9F714FF9-B7EA-49D2-B8DC-2121C60DBF04}" dt="2022-04-22T08:33:50.389" v="50" actId="20577"/>
          <ac:spMkLst>
            <pc:docMk/>
            <pc:sldMk cId="3836066761" sldId="258"/>
            <ac:spMk id="5" creationId="{7D128F42-60D2-49B4-ADD6-F27A6E4AE6BB}"/>
          </ac:spMkLst>
        </pc:spChg>
        <pc:spChg chg="add del mod">
          <ac:chgData name="Pena, Alejandro (pena0641@vandals.uidaho.edu)" userId="a71fb428-d818-4f29-9a93-19dcb35477ce" providerId="ADAL" clId="{9F714FF9-B7EA-49D2-B8DC-2121C60DBF04}" dt="2022-04-22T08:35:53.471" v="120" actId="478"/>
          <ac:spMkLst>
            <pc:docMk/>
            <pc:sldMk cId="3836066761" sldId="258"/>
            <ac:spMk id="6" creationId="{2308E01D-E033-430C-A01F-0C6845642471}"/>
          </ac:spMkLst>
        </pc:spChg>
        <pc:spChg chg="add del mod">
          <ac:chgData name="Pena, Alejandro (pena0641@vandals.uidaho.edu)" userId="a71fb428-d818-4f29-9a93-19dcb35477ce" providerId="ADAL" clId="{9F714FF9-B7EA-49D2-B8DC-2121C60DBF04}" dt="2022-04-22T08:35:30.599" v="109"/>
          <ac:spMkLst>
            <pc:docMk/>
            <pc:sldMk cId="3836066761" sldId="258"/>
            <ac:spMk id="7" creationId="{A24ABA16-FC70-49FB-A5D5-35AC911C22CE}"/>
          </ac:spMkLst>
        </pc:spChg>
        <pc:spChg chg="add mod">
          <ac:chgData name="Pena, Alejandro (pena0641@vandals.uidaho.edu)" userId="a71fb428-d818-4f29-9a93-19dcb35477ce" providerId="ADAL" clId="{9F714FF9-B7EA-49D2-B8DC-2121C60DBF04}" dt="2022-04-22T08:36:09.981" v="137" actId="14100"/>
          <ac:spMkLst>
            <pc:docMk/>
            <pc:sldMk cId="3836066761" sldId="258"/>
            <ac:spMk id="8" creationId="{A7D11063-DB6C-461B-A38C-5A2A29FA8355}"/>
          </ac:spMkLst>
        </pc:spChg>
      </pc:sldChg>
      <pc:sldChg chg="add">
        <pc:chgData name="Pena, Alejandro (pena0641@vandals.uidaho.edu)" userId="a71fb428-d818-4f29-9a93-19dcb35477ce" providerId="ADAL" clId="{9F714FF9-B7EA-49D2-B8DC-2121C60DBF04}" dt="2022-04-22T08:35:42.446" v="119" actId="2890"/>
        <pc:sldMkLst>
          <pc:docMk/>
          <pc:sldMk cId="2934291169" sldId="259"/>
        </pc:sldMkLst>
      </pc:sldChg>
    </pc:docChg>
  </pc:docChgLst>
  <pc:docChgLst>
    <pc:chgData name="Dawson Hill" userId="8b0b6b6c-2dd4-4f1f-be76-514bef020208" providerId="ADAL" clId="{7EF399B0-A8B2-45C4-A455-D252EBAA0802}"/>
    <pc:docChg chg="undo custSel delSld modSld modSection modNotesMaster modHandout">
      <pc:chgData name="Dawson Hill" userId="8b0b6b6c-2dd4-4f1f-be76-514bef020208" providerId="ADAL" clId="{7EF399B0-A8B2-45C4-A455-D252EBAA0802}" dt="2022-04-25T04:35:02.942" v="7752" actId="1076"/>
      <pc:docMkLst>
        <pc:docMk/>
      </pc:docMkLst>
      <pc:sldChg chg="addSp delSp modSp mod setBg">
        <pc:chgData name="Dawson Hill" userId="8b0b6b6c-2dd4-4f1f-be76-514bef020208" providerId="ADAL" clId="{7EF399B0-A8B2-45C4-A455-D252EBAA0802}" dt="2022-04-25T04:35:02.942" v="7752" actId="1076"/>
        <pc:sldMkLst>
          <pc:docMk/>
          <pc:sldMk cId="3836066761" sldId="258"/>
        </pc:sldMkLst>
        <pc:spChg chg="del mod">
          <ac:chgData name="Dawson Hill" userId="8b0b6b6c-2dd4-4f1f-be76-514bef020208" providerId="ADAL" clId="{7EF399B0-A8B2-45C4-A455-D252EBAA0802}" dt="2022-04-24T00:13:13.514" v="4042" actId="478"/>
          <ac:spMkLst>
            <pc:docMk/>
            <pc:sldMk cId="3836066761" sldId="258"/>
            <ac:spMk id="3" creationId="{D8D3310E-1F90-4E53-BE0E-D3FCDC3ED727}"/>
          </ac:spMkLst>
        </pc:spChg>
        <pc:spChg chg="mod ord">
          <ac:chgData name="Dawson Hill" userId="8b0b6b6c-2dd4-4f1f-be76-514bef020208" providerId="ADAL" clId="{7EF399B0-A8B2-45C4-A455-D252EBAA0802}" dt="2022-04-24T05:15:58.019" v="4606" actId="20577"/>
          <ac:spMkLst>
            <pc:docMk/>
            <pc:sldMk cId="3836066761" sldId="258"/>
            <ac:spMk id="4" creationId="{48EC1A4E-EA54-4574-907C-22425797F44C}"/>
          </ac:spMkLst>
        </pc:spChg>
        <pc:spChg chg="mod">
          <ac:chgData name="Dawson Hill" userId="8b0b6b6c-2dd4-4f1f-be76-514bef020208" providerId="ADAL" clId="{7EF399B0-A8B2-45C4-A455-D252EBAA0802}" dt="2022-04-23T04:04:59.486" v="1030" actId="2085"/>
          <ac:spMkLst>
            <pc:docMk/>
            <pc:sldMk cId="3836066761" sldId="258"/>
            <ac:spMk id="5" creationId="{7D128F42-60D2-49B4-ADD6-F27A6E4AE6BB}"/>
          </ac:spMkLst>
        </pc:spChg>
        <pc:spChg chg="add del mod">
          <ac:chgData name="Dawson Hill" userId="8b0b6b6c-2dd4-4f1f-be76-514bef020208" providerId="ADAL" clId="{7EF399B0-A8B2-45C4-A455-D252EBAA0802}" dt="2022-04-23T03:29:05.512" v="20" actId="478"/>
          <ac:spMkLst>
            <pc:docMk/>
            <pc:sldMk cId="3836066761" sldId="258"/>
            <ac:spMk id="6" creationId="{C81C217D-3905-426B-99D6-FFA22661B9B1}"/>
          </ac:spMkLst>
        </pc:spChg>
        <pc:spChg chg="mod">
          <ac:chgData name="Dawson Hill" userId="8b0b6b6c-2dd4-4f1f-be76-514bef020208" providerId="ADAL" clId="{7EF399B0-A8B2-45C4-A455-D252EBAA0802}" dt="2022-04-23T23:41:26.370" v="3473" actId="1076"/>
          <ac:spMkLst>
            <pc:docMk/>
            <pc:sldMk cId="3836066761" sldId="258"/>
            <ac:spMk id="7" creationId="{BA50CF46-4034-39DC-FDEB-2E63176766D3}"/>
          </ac:spMkLst>
        </pc:spChg>
        <pc:spChg chg="del mod">
          <ac:chgData name="Dawson Hill" userId="8b0b6b6c-2dd4-4f1f-be76-514bef020208" providerId="ADAL" clId="{7EF399B0-A8B2-45C4-A455-D252EBAA0802}" dt="2022-04-23T03:29:02.532" v="19" actId="478"/>
          <ac:spMkLst>
            <pc:docMk/>
            <pc:sldMk cId="3836066761" sldId="258"/>
            <ac:spMk id="8" creationId="{A7D11063-DB6C-461B-A38C-5A2A29FA8355}"/>
          </ac:spMkLst>
        </pc:spChg>
        <pc:spChg chg="add del mod">
          <ac:chgData name="Dawson Hill" userId="8b0b6b6c-2dd4-4f1f-be76-514bef020208" providerId="ADAL" clId="{7EF399B0-A8B2-45C4-A455-D252EBAA0802}" dt="2022-04-23T04:16:19.919" v="1101" actId="478"/>
          <ac:spMkLst>
            <pc:docMk/>
            <pc:sldMk cId="3836066761" sldId="258"/>
            <ac:spMk id="9" creationId="{81619641-FA85-4D83-86B7-A8BE610CDD1A}"/>
          </ac:spMkLst>
        </pc:spChg>
        <pc:spChg chg="add mod">
          <ac:chgData name="Dawson Hill" userId="8b0b6b6c-2dd4-4f1f-be76-514bef020208" providerId="ADAL" clId="{7EF399B0-A8B2-45C4-A455-D252EBAA0802}" dt="2022-04-23T04:04:49.529" v="1028" actId="208"/>
          <ac:spMkLst>
            <pc:docMk/>
            <pc:sldMk cId="3836066761" sldId="258"/>
            <ac:spMk id="10" creationId="{270A28CC-3C64-48BA-8B7E-5707FC0DA627}"/>
          </ac:spMkLst>
        </pc:spChg>
        <pc:spChg chg="add del mod">
          <ac:chgData name="Dawson Hill" userId="8b0b6b6c-2dd4-4f1f-be76-514bef020208" providerId="ADAL" clId="{7EF399B0-A8B2-45C4-A455-D252EBAA0802}" dt="2022-04-24T07:34:03.449" v="7740" actId="478"/>
          <ac:spMkLst>
            <pc:docMk/>
            <pc:sldMk cId="3836066761" sldId="258"/>
            <ac:spMk id="11" creationId="{1A923989-46B8-4F3B-82C1-9887E521BC5B}"/>
          </ac:spMkLst>
        </pc:spChg>
        <pc:spChg chg="add del mod">
          <ac:chgData name="Dawson Hill" userId="8b0b6b6c-2dd4-4f1f-be76-514bef020208" providerId="ADAL" clId="{7EF399B0-A8B2-45C4-A455-D252EBAA0802}" dt="2022-04-23T04:16:59.524" v="1108" actId="478"/>
          <ac:spMkLst>
            <pc:docMk/>
            <pc:sldMk cId="3836066761" sldId="258"/>
            <ac:spMk id="12" creationId="{33A0D205-21B5-4EE7-92C3-FE029605DF6A}"/>
          </ac:spMkLst>
        </pc:spChg>
        <pc:spChg chg="add del mod">
          <ac:chgData name="Dawson Hill" userId="8b0b6b6c-2dd4-4f1f-be76-514bef020208" providerId="ADAL" clId="{7EF399B0-A8B2-45C4-A455-D252EBAA0802}" dt="2022-04-23T23:35:39.984" v="3414" actId="478"/>
          <ac:spMkLst>
            <pc:docMk/>
            <pc:sldMk cId="3836066761" sldId="258"/>
            <ac:spMk id="15" creationId="{A5A93A66-C09D-4B56-A491-C97517AB9C85}"/>
          </ac:spMkLst>
        </pc:spChg>
        <pc:spChg chg="add del mod">
          <ac:chgData name="Dawson Hill" userId="8b0b6b6c-2dd4-4f1f-be76-514bef020208" providerId="ADAL" clId="{7EF399B0-A8B2-45C4-A455-D252EBAA0802}" dt="2022-04-23T23:16:05.136" v="2537" actId="478"/>
          <ac:spMkLst>
            <pc:docMk/>
            <pc:sldMk cId="3836066761" sldId="258"/>
            <ac:spMk id="16" creationId="{56E020D7-5EDE-426F-91B2-EAA0E98124FF}"/>
          </ac:spMkLst>
        </pc:spChg>
        <pc:spChg chg="add del mod">
          <ac:chgData name="Dawson Hill" userId="8b0b6b6c-2dd4-4f1f-be76-514bef020208" providerId="ADAL" clId="{7EF399B0-A8B2-45C4-A455-D252EBAA0802}" dt="2022-04-23T04:14:18.298" v="1096" actId="767"/>
          <ac:spMkLst>
            <pc:docMk/>
            <pc:sldMk cId="3836066761" sldId="258"/>
            <ac:spMk id="17" creationId="{532E1793-DCC4-429A-A550-D0783EDCAFD4}"/>
          </ac:spMkLst>
        </pc:spChg>
        <pc:spChg chg="add del mod">
          <ac:chgData name="Dawson Hill" userId="8b0b6b6c-2dd4-4f1f-be76-514bef020208" providerId="ADAL" clId="{7EF399B0-A8B2-45C4-A455-D252EBAA0802}" dt="2022-04-23T04:14:20.050" v="1098" actId="767"/>
          <ac:spMkLst>
            <pc:docMk/>
            <pc:sldMk cId="3836066761" sldId="258"/>
            <ac:spMk id="18" creationId="{748BE309-F2DB-4ADC-B509-39C23AC8AFC6}"/>
          </ac:spMkLst>
        </pc:spChg>
        <pc:spChg chg="add mod ord">
          <ac:chgData name="Dawson Hill" userId="8b0b6b6c-2dd4-4f1f-be76-514bef020208" providerId="ADAL" clId="{7EF399B0-A8B2-45C4-A455-D252EBAA0802}" dt="2022-04-24T05:37:46.646" v="4931" actId="1076"/>
          <ac:spMkLst>
            <pc:docMk/>
            <pc:sldMk cId="3836066761" sldId="258"/>
            <ac:spMk id="20" creationId="{F124A8D2-E621-45FA-8FDA-8C9320258376}"/>
          </ac:spMkLst>
        </pc:spChg>
        <pc:spChg chg="add mod ord">
          <ac:chgData name="Dawson Hill" userId="8b0b6b6c-2dd4-4f1f-be76-514bef020208" providerId="ADAL" clId="{7EF399B0-A8B2-45C4-A455-D252EBAA0802}" dt="2022-04-24T05:18:06.595" v="4650" actId="14100"/>
          <ac:spMkLst>
            <pc:docMk/>
            <pc:sldMk cId="3836066761" sldId="258"/>
            <ac:spMk id="23" creationId="{90CACAB5-AD6D-4B5F-B478-8EB02452B933}"/>
          </ac:spMkLst>
        </pc:spChg>
        <pc:spChg chg="add mod ord">
          <ac:chgData name="Dawson Hill" userId="8b0b6b6c-2dd4-4f1f-be76-514bef020208" providerId="ADAL" clId="{7EF399B0-A8B2-45C4-A455-D252EBAA0802}" dt="2022-04-24T05:36:57.423" v="4698" actId="1076"/>
          <ac:spMkLst>
            <pc:docMk/>
            <pc:sldMk cId="3836066761" sldId="258"/>
            <ac:spMk id="26" creationId="{A3244C2E-A6B7-4A92-895E-98BE9DB64B3B}"/>
          </ac:spMkLst>
        </pc:spChg>
        <pc:spChg chg="add mod">
          <ac:chgData name="Dawson Hill" userId="8b0b6b6c-2dd4-4f1f-be76-514bef020208" providerId="ADAL" clId="{7EF399B0-A8B2-45C4-A455-D252EBAA0802}" dt="2022-04-24T05:21:21.285" v="4663" actId="1076"/>
          <ac:spMkLst>
            <pc:docMk/>
            <pc:sldMk cId="3836066761" sldId="258"/>
            <ac:spMk id="27" creationId="{FFA5B470-6382-4574-9675-0B84DA4D80D1}"/>
          </ac:spMkLst>
        </pc:spChg>
        <pc:spChg chg="add del mod">
          <ac:chgData name="Dawson Hill" userId="8b0b6b6c-2dd4-4f1f-be76-514bef020208" providerId="ADAL" clId="{7EF399B0-A8B2-45C4-A455-D252EBAA0802}" dt="2022-04-23T23:35:21.856" v="3408"/>
          <ac:spMkLst>
            <pc:docMk/>
            <pc:sldMk cId="3836066761" sldId="258"/>
            <ac:spMk id="28" creationId="{68537EB3-C766-48E0-A6F2-BD89196F47CB}"/>
          </ac:spMkLst>
        </pc:spChg>
        <pc:spChg chg="add mod">
          <ac:chgData name="Dawson Hill" userId="8b0b6b6c-2dd4-4f1f-be76-514bef020208" providerId="ADAL" clId="{7EF399B0-A8B2-45C4-A455-D252EBAA0802}" dt="2022-04-24T00:09:38.974" v="4010" actId="20577"/>
          <ac:spMkLst>
            <pc:docMk/>
            <pc:sldMk cId="3836066761" sldId="258"/>
            <ac:spMk id="30" creationId="{C5BA350F-C11E-4DD7-AC7D-BE77C90E8128}"/>
          </ac:spMkLst>
        </pc:spChg>
        <pc:spChg chg="add mod">
          <ac:chgData name="Dawson Hill" userId="8b0b6b6c-2dd4-4f1f-be76-514bef020208" providerId="ADAL" clId="{7EF399B0-A8B2-45C4-A455-D252EBAA0802}" dt="2022-04-24T05:16:05.403" v="4607" actId="14100"/>
          <ac:spMkLst>
            <pc:docMk/>
            <pc:sldMk cId="3836066761" sldId="258"/>
            <ac:spMk id="47" creationId="{0771977A-C99E-4862-8D08-C2A2DB7CE792}"/>
          </ac:spMkLst>
        </pc:spChg>
        <pc:spChg chg="add mod">
          <ac:chgData name="Dawson Hill" userId="8b0b6b6c-2dd4-4f1f-be76-514bef020208" providerId="ADAL" clId="{7EF399B0-A8B2-45C4-A455-D252EBAA0802}" dt="2022-04-24T07:34:29.047" v="7747" actId="14100"/>
          <ac:spMkLst>
            <pc:docMk/>
            <pc:sldMk cId="3836066761" sldId="258"/>
            <ac:spMk id="48" creationId="{0F2142BD-884C-4B64-A378-D3FBF7936185}"/>
          </ac:spMkLst>
        </pc:spChg>
        <pc:spChg chg="add mod">
          <ac:chgData name="Dawson Hill" userId="8b0b6b6c-2dd4-4f1f-be76-514bef020208" providerId="ADAL" clId="{7EF399B0-A8B2-45C4-A455-D252EBAA0802}" dt="2022-04-24T05:44:50.638" v="6195" actId="20577"/>
          <ac:spMkLst>
            <pc:docMk/>
            <pc:sldMk cId="3836066761" sldId="258"/>
            <ac:spMk id="49" creationId="{D5300C11-9F60-47C8-B840-037F5C069E60}"/>
          </ac:spMkLst>
        </pc:spChg>
        <pc:spChg chg="add mod">
          <ac:chgData name="Dawson Hill" userId="8b0b6b6c-2dd4-4f1f-be76-514bef020208" providerId="ADAL" clId="{7EF399B0-A8B2-45C4-A455-D252EBAA0802}" dt="2022-04-24T05:38:28.227" v="5105" actId="20577"/>
          <ac:spMkLst>
            <pc:docMk/>
            <pc:sldMk cId="3836066761" sldId="258"/>
            <ac:spMk id="53" creationId="{069C07DC-84A2-45E1-A9F9-78E08C3B4370}"/>
          </ac:spMkLst>
        </pc:spChg>
        <pc:spChg chg="add del mod">
          <ac:chgData name="Dawson Hill" userId="8b0b6b6c-2dd4-4f1f-be76-514bef020208" providerId="ADAL" clId="{7EF399B0-A8B2-45C4-A455-D252EBAA0802}" dt="2022-04-24T05:55:20.077" v="7563" actId="478"/>
          <ac:spMkLst>
            <pc:docMk/>
            <pc:sldMk cId="3836066761" sldId="258"/>
            <ac:spMk id="57" creationId="{D80B2F2D-775C-4AB5-A272-41E5B8025342}"/>
          </ac:spMkLst>
        </pc:spChg>
        <pc:spChg chg="add mod">
          <ac:chgData name="Dawson Hill" userId="8b0b6b6c-2dd4-4f1f-be76-514bef020208" providerId="ADAL" clId="{7EF399B0-A8B2-45C4-A455-D252EBAA0802}" dt="2022-04-24T07:34:40.263" v="7749" actId="1076"/>
          <ac:spMkLst>
            <pc:docMk/>
            <pc:sldMk cId="3836066761" sldId="258"/>
            <ac:spMk id="58" creationId="{EFACCC60-12AA-467B-B86A-50EAB84AEAC1}"/>
          </ac:spMkLst>
        </pc:spChg>
        <pc:spChg chg="add mod">
          <ac:chgData name="Dawson Hill" userId="8b0b6b6c-2dd4-4f1f-be76-514bef020208" providerId="ADAL" clId="{7EF399B0-A8B2-45C4-A455-D252EBAA0802}" dt="2022-04-24T07:34:48.669" v="7751" actId="1076"/>
          <ac:spMkLst>
            <pc:docMk/>
            <pc:sldMk cId="3836066761" sldId="258"/>
            <ac:spMk id="59" creationId="{6E256394-276A-4F79-846C-C2EACCBF313F}"/>
          </ac:spMkLst>
        </pc:spChg>
        <pc:picChg chg="add mod">
          <ac:chgData name="Dawson Hill" userId="8b0b6b6c-2dd4-4f1f-be76-514bef020208" providerId="ADAL" clId="{7EF399B0-A8B2-45C4-A455-D252EBAA0802}" dt="2022-04-24T05:19:30.240" v="4659" actId="1076"/>
          <ac:picMkLst>
            <pc:docMk/>
            <pc:sldMk cId="3836066761" sldId="258"/>
            <ac:picMk id="14" creationId="{57DE2763-3989-42E8-84B8-7736E03DE506}"/>
          </ac:picMkLst>
        </pc:picChg>
        <pc:picChg chg="add del">
          <ac:chgData name="Dawson Hill" userId="8b0b6b6c-2dd4-4f1f-be76-514bef020208" providerId="ADAL" clId="{7EF399B0-A8B2-45C4-A455-D252EBAA0802}" dt="2022-04-23T23:35:18.687" v="3406"/>
          <ac:picMkLst>
            <pc:docMk/>
            <pc:sldMk cId="3836066761" sldId="258"/>
            <ac:picMk id="19" creationId="{35272D46-3543-49CD-9BD5-2CF42923F886}"/>
          </ac:picMkLst>
        </pc:picChg>
        <pc:picChg chg="add mod">
          <ac:chgData name="Dawson Hill" userId="8b0b6b6c-2dd4-4f1f-be76-514bef020208" providerId="ADAL" clId="{7EF399B0-A8B2-45C4-A455-D252EBAA0802}" dt="2022-04-24T05:19:30.240" v="4659" actId="1076"/>
          <ac:picMkLst>
            <pc:docMk/>
            <pc:sldMk cId="3836066761" sldId="258"/>
            <ac:picMk id="22" creationId="{5E7399DD-6711-48B8-BCA3-7811C032C0F2}"/>
          </ac:picMkLst>
        </pc:picChg>
        <pc:picChg chg="add del mod">
          <ac:chgData name="Dawson Hill" userId="8b0b6b6c-2dd4-4f1f-be76-514bef020208" providerId="ADAL" clId="{7EF399B0-A8B2-45C4-A455-D252EBAA0802}" dt="2022-04-23T23:58:30.259" v="3726" actId="478"/>
          <ac:picMkLst>
            <pc:docMk/>
            <pc:sldMk cId="3836066761" sldId="258"/>
            <ac:picMk id="25" creationId="{54E41E0D-17F2-408C-825B-B8C5BEE18C41}"/>
          </ac:picMkLst>
        </pc:picChg>
        <pc:picChg chg="add del mod">
          <ac:chgData name="Dawson Hill" userId="8b0b6b6c-2dd4-4f1f-be76-514bef020208" providerId="ADAL" clId="{7EF399B0-A8B2-45C4-A455-D252EBAA0802}" dt="2022-04-24T00:11:56.917" v="4011" actId="478"/>
          <ac:picMkLst>
            <pc:docMk/>
            <pc:sldMk cId="3836066761" sldId="258"/>
            <ac:picMk id="31" creationId="{CAE068EA-A330-47B6-ADA6-116CC0CB7818}"/>
          </ac:picMkLst>
        </pc:picChg>
        <pc:picChg chg="add mod">
          <ac:chgData name="Dawson Hill" userId="8b0b6b6c-2dd4-4f1f-be76-514bef020208" providerId="ADAL" clId="{7EF399B0-A8B2-45C4-A455-D252EBAA0802}" dt="2022-04-24T05:19:30.240" v="4659" actId="1076"/>
          <ac:picMkLst>
            <pc:docMk/>
            <pc:sldMk cId="3836066761" sldId="258"/>
            <ac:picMk id="33" creationId="{6C819139-4BAA-407A-803A-8443B9FAFF45}"/>
          </ac:picMkLst>
        </pc:picChg>
        <pc:picChg chg="add mod">
          <ac:chgData name="Dawson Hill" userId="8b0b6b6c-2dd4-4f1f-be76-514bef020208" providerId="ADAL" clId="{7EF399B0-A8B2-45C4-A455-D252EBAA0802}" dt="2022-04-24T05:19:30.240" v="4659" actId="1076"/>
          <ac:picMkLst>
            <pc:docMk/>
            <pc:sldMk cId="3836066761" sldId="258"/>
            <ac:picMk id="35" creationId="{E8973523-2D6C-4DC3-9ED7-4EA774B98925}"/>
          </ac:picMkLst>
        </pc:picChg>
        <pc:picChg chg="add mod">
          <ac:chgData name="Dawson Hill" userId="8b0b6b6c-2dd4-4f1f-be76-514bef020208" providerId="ADAL" clId="{7EF399B0-A8B2-45C4-A455-D252EBAA0802}" dt="2022-04-24T05:19:48.378" v="4661" actId="1076"/>
          <ac:picMkLst>
            <pc:docMk/>
            <pc:sldMk cId="3836066761" sldId="258"/>
            <ac:picMk id="37" creationId="{EDFA230F-D3A2-4762-B2A3-3D2E770E5245}"/>
          </ac:picMkLst>
        </pc:picChg>
        <pc:picChg chg="add mod">
          <ac:chgData name="Dawson Hill" userId="8b0b6b6c-2dd4-4f1f-be76-514bef020208" providerId="ADAL" clId="{7EF399B0-A8B2-45C4-A455-D252EBAA0802}" dt="2022-04-24T00:01:22.829" v="3754" actId="571"/>
          <ac:picMkLst>
            <pc:docMk/>
            <pc:sldMk cId="3836066761" sldId="258"/>
            <ac:picMk id="41" creationId="{97740F59-C4D5-4B33-B7EE-7AA96D41C202}"/>
          </ac:picMkLst>
        </pc:picChg>
        <pc:picChg chg="add mod">
          <ac:chgData name="Dawson Hill" userId="8b0b6b6c-2dd4-4f1f-be76-514bef020208" providerId="ADAL" clId="{7EF399B0-A8B2-45C4-A455-D252EBAA0802}" dt="2022-04-24T00:01:22.829" v="3754" actId="571"/>
          <ac:picMkLst>
            <pc:docMk/>
            <pc:sldMk cId="3836066761" sldId="258"/>
            <ac:picMk id="42" creationId="{C1C72A01-39CC-48F5-A672-AA6331428877}"/>
          </ac:picMkLst>
        </pc:picChg>
        <pc:picChg chg="add mod">
          <ac:chgData name="Dawson Hill" userId="8b0b6b6c-2dd4-4f1f-be76-514bef020208" providerId="ADAL" clId="{7EF399B0-A8B2-45C4-A455-D252EBAA0802}" dt="2022-04-24T05:17:52.703" v="4648" actId="571"/>
          <ac:picMkLst>
            <pc:docMk/>
            <pc:sldMk cId="3836066761" sldId="258"/>
            <ac:picMk id="50" creationId="{B5DCF90C-8D61-47F9-8C98-021937817333}"/>
          </ac:picMkLst>
        </pc:picChg>
        <pc:picChg chg="add mod">
          <ac:chgData name="Dawson Hill" userId="8b0b6b6c-2dd4-4f1f-be76-514bef020208" providerId="ADAL" clId="{7EF399B0-A8B2-45C4-A455-D252EBAA0802}" dt="2022-04-24T05:17:52.703" v="4648" actId="571"/>
          <ac:picMkLst>
            <pc:docMk/>
            <pc:sldMk cId="3836066761" sldId="258"/>
            <ac:picMk id="51" creationId="{6BB6206D-542A-42C9-BD7A-875A14AEF622}"/>
          </ac:picMkLst>
        </pc:picChg>
        <pc:picChg chg="add mod">
          <ac:chgData name="Dawson Hill" userId="8b0b6b6c-2dd4-4f1f-be76-514bef020208" providerId="ADAL" clId="{7EF399B0-A8B2-45C4-A455-D252EBAA0802}" dt="2022-04-24T05:17:52.703" v="4648" actId="571"/>
          <ac:picMkLst>
            <pc:docMk/>
            <pc:sldMk cId="3836066761" sldId="258"/>
            <ac:picMk id="52" creationId="{C96FDC58-A0C1-424D-8F54-4516E8067381}"/>
          </ac:picMkLst>
        </pc:picChg>
        <pc:picChg chg="add del mod">
          <ac:chgData name="Dawson Hill" userId="8b0b6b6c-2dd4-4f1f-be76-514bef020208" providerId="ADAL" clId="{7EF399B0-A8B2-45C4-A455-D252EBAA0802}" dt="2022-04-23T03:36:07.514" v="405"/>
          <ac:picMkLst>
            <pc:docMk/>
            <pc:sldMk cId="3836066761" sldId="258"/>
            <ac:picMk id="1026" creationId="{0A4C340B-4B2F-4CB4-8734-813EF376EE5E}"/>
          </ac:picMkLst>
        </pc:picChg>
        <pc:picChg chg="add del mod">
          <ac:chgData name="Dawson Hill" userId="8b0b6b6c-2dd4-4f1f-be76-514bef020208" providerId="ADAL" clId="{7EF399B0-A8B2-45C4-A455-D252EBAA0802}" dt="2022-04-23T03:37:13.623" v="412" actId="478"/>
          <ac:picMkLst>
            <pc:docMk/>
            <pc:sldMk cId="3836066761" sldId="258"/>
            <ac:picMk id="1028" creationId="{473D8551-2236-4638-ADBF-064B8202619E}"/>
          </ac:picMkLst>
        </pc:picChg>
        <pc:picChg chg="add mod">
          <ac:chgData name="Dawson Hill" userId="8b0b6b6c-2dd4-4f1f-be76-514bef020208" providerId="ADAL" clId="{7EF399B0-A8B2-45C4-A455-D252EBAA0802}" dt="2022-04-24T05:13:31.862" v="4578" actId="1076"/>
          <ac:picMkLst>
            <pc:docMk/>
            <pc:sldMk cId="3836066761" sldId="258"/>
            <ac:picMk id="1030" creationId="{BE24EE53-0BAA-44AD-8480-BA461B98A58D}"/>
          </ac:picMkLst>
        </pc:picChg>
        <pc:picChg chg="add del mod">
          <ac:chgData name="Dawson Hill" userId="8b0b6b6c-2dd4-4f1f-be76-514bef020208" providerId="ADAL" clId="{7EF399B0-A8B2-45C4-A455-D252EBAA0802}" dt="2022-04-23T23:13:22.412" v="2050"/>
          <ac:picMkLst>
            <pc:docMk/>
            <pc:sldMk cId="3836066761" sldId="258"/>
            <ac:picMk id="1032" creationId="{DCB16E16-C8BA-478A-B91E-37FA482C4948}"/>
          </ac:picMkLst>
        </pc:picChg>
        <pc:picChg chg="add mod">
          <ac:chgData name="Dawson Hill" userId="8b0b6b6c-2dd4-4f1f-be76-514bef020208" providerId="ADAL" clId="{7EF399B0-A8B2-45C4-A455-D252EBAA0802}" dt="2022-04-25T04:35:02.942" v="7752" actId="1076"/>
          <ac:picMkLst>
            <pc:docMk/>
            <pc:sldMk cId="3836066761" sldId="258"/>
            <ac:picMk id="1034" creationId="{1A9294C3-4D13-4A40-BF42-4EFB911DCA9E}"/>
          </ac:picMkLst>
        </pc:picChg>
        <pc:picChg chg="add del mod">
          <ac:chgData name="Dawson Hill" userId="8b0b6b6c-2dd4-4f1f-be76-514bef020208" providerId="ADAL" clId="{7EF399B0-A8B2-45C4-A455-D252EBAA0802}" dt="2022-04-23T23:37:43.689" v="3445"/>
          <ac:picMkLst>
            <pc:docMk/>
            <pc:sldMk cId="3836066761" sldId="258"/>
            <ac:picMk id="1036" creationId="{FC82802E-3585-4496-8492-B2E17F138B1C}"/>
          </ac:picMkLst>
        </pc:picChg>
        <pc:picChg chg="add mod">
          <ac:chgData name="Dawson Hill" userId="8b0b6b6c-2dd4-4f1f-be76-514bef020208" providerId="ADAL" clId="{7EF399B0-A8B2-45C4-A455-D252EBAA0802}" dt="2022-04-23T23:54:12.933" v="3713" actId="1076"/>
          <ac:picMkLst>
            <pc:docMk/>
            <pc:sldMk cId="3836066761" sldId="258"/>
            <ac:picMk id="1038" creationId="{8A32CEFB-885C-408A-AC83-4276C17898BF}"/>
          </ac:picMkLst>
        </pc:picChg>
        <pc:picChg chg="add del mod">
          <ac:chgData name="Dawson Hill" userId="8b0b6b6c-2dd4-4f1f-be76-514bef020208" providerId="ADAL" clId="{7EF399B0-A8B2-45C4-A455-D252EBAA0802}" dt="2022-04-24T05:44:29.561" v="6144"/>
          <ac:picMkLst>
            <pc:docMk/>
            <pc:sldMk cId="3836066761" sldId="258"/>
            <ac:picMk id="1040" creationId="{608D66BA-3EFC-44BB-ACDC-49A139DA696E}"/>
          </ac:picMkLst>
        </pc:picChg>
        <pc:picChg chg="add mod">
          <ac:chgData name="Dawson Hill" userId="8b0b6b6c-2dd4-4f1f-be76-514bef020208" providerId="ADAL" clId="{7EF399B0-A8B2-45C4-A455-D252EBAA0802}" dt="2022-04-24T05:44:39.724" v="6150" actId="1076"/>
          <ac:picMkLst>
            <pc:docMk/>
            <pc:sldMk cId="3836066761" sldId="258"/>
            <ac:picMk id="1042" creationId="{1B80CF87-FEB0-41EF-871F-D6A2C8C25F2D}"/>
          </ac:picMkLst>
        </pc:picChg>
      </pc:sldChg>
      <pc:sldChg chg="del">
        <pc:chgData name="Dawson Hill" userId="8b0b6b6c-2dd4-4f1f-be76-514bef020208" providerId="ADAL" clId="{7EF399B0-A8B2-45C4-A455-D252EBAA0802}" dt="2022-04-24T00:13:02.482" v="4024" actId="47"/>
        <pc:sldMkLst>
          <pc:docMk/>
          <pc:sldMk cId="2934291169" sldId="259"/>
        </pc:sldMkLst>
      </pc:sldChg>
    </pc:docChg>
  </pc:docChgLst>
  <pc:docChgLst>
    <pc:chgData name="Hill, Dawson (hill7976@vandals.uidaho.edu)" userId="S::hill7976@vandals.uidaho.edu::8b0b6b6c-2dd4-4f1f-be76-514bef020208" providerId="AD" clId="Web-{6C593517-EAE3-D39A-BD04-7F51A9B0E428}"/>
    <pc:docChg chg="modSld">
      <pc:chgData name="Hill, Dawson (hill7976@vandals.uidaho.edu)" userId="S::hill7976@vandals.uidaho.edu::8b0b6b6c-2dd4-4f1f-be76-514bef020208" providerId="AD" clId="Web-{6C593517-EAE3-D39A-BD04-7F51A9B0E428}" dt="2022-04-23T03:28:05.983" v="105" actId="20577"/>
      <pc:docMkLst>
        <pc:docMk/>
      </pc:docMkLst>
      <pc:sldChg chg="addSp delSp modSp">
        <pc:chgData name="Hill, Dawson (hill7976@vandals.uidaho.edu)" userId="S::hill7976@vandals.uidaho.edu::8b0b6b6c-2dd4-4f1f-be76-514bef020208" providerId="AD" clId="Web-{6C593517-EAE3-D39A-BD04-7F51A9B0E428}" dt="2022-04-23T03:28:05.983" v="105" actId="20577"/>
        <pc:sldMkLst>
          <pc:docMk/>
          <pc:sldMk cId="3836066761" sldId="258"/>
        </pc:sldMkLst>
        <pc:spChg chg="add del mod">
          <ac:chgData name="Hill, Dawson (hill7976@vandals.uidaho.edu)" userId="S::hill7976@vandals.uidaho.edu::8b0b6b6c-2dd4-4f1f-be76-514bef020208" providerId="AD" clId="Web-{6C593517-EAE3-D39A-BD04-7F51A9B0E428}" dt="2022-04-23T03:23:38.711" v="1"/>
          <ac:spMkLst>
            <pc:docMk/>
            <pc:sldMk cId="3836066761" sldId="258"/>
            <ac:spMk id="6" creationId="{8ABDDF66-3933-08DA-9539-CB22B4D7DA61}"/>
          </ac:spMkLst>
        </pc:spChg>
        <pc:spChg chg="add mod">
          <ac:chgData name="Hill, Dawson (hill7976@vandals.uidaho.edu)" userId="S::hill7976@vandals.uidaho.edu::8b0b6b6c-2dd4-4f1f-be76-514bef020208" providerId="AD" clId="Web-{6C593517-EAE3-D39A-BD04-7F51A9B0E428}" dt="2022-04-23T03:28:05.983" v="105" actId="20577"/>
          <ac:spMkLst>
            <pc:docMk/>
            <pc:sldMk cId="3836066761" sldId="258"/>
            <ac:spMk id="7" creationId="{BA50CF46-4034-39DC-FDEB-2E63176766D3}"/>
          </ac:spMkLst>
        </pc:spChg>
        <pc:spChg chg="add del">
          <ac:chgData name="Hill, Dawson (hill7976@vandals.uidaho.edu)" userId="S::hill7976@vandals.uidaho.edu::8b0b6b6c-2dd4-4f1f-be76-514bef020208" providerId="AD" clId="Web-{6C593517-EAE3-D39A-BD04-7F51A9B0E428}" dt="2022-04-23T03:23:38.711" v="1"/>
          <ac:spMkLst>
            <pc:docMk/>
            <pc:sldMk cId="3836066761" sldId="258"/>
            <ac:spMk id="8" creationId="{A7D11063-DB6C-461B-A38C-5A2A29FA8355}"/>
          </ac:spMkLst>
        </pc:spChg>
      </pc:sldChg>
    </pc:docChg>
  </pc:docChgLst>
  <pc:docChgLst>
    <pc:chgData name="Villanueva, Miguel (vill9577@vandals.uidaho.edu)" userId="998d1e7a-b7be-4c3f-965c-1a38dece3252" providerId="ADAL" clId="{A5D2AB55-E615-4178-8CEA-0A952CCDB75B}"/>
    <pc:docChg chg="undo redo custSel modSld">
      <pc:chgData name="Villanueva, Miguel (vill9577@vandals.uidaho.edu)" userId="998d1e7a-b7be-4c3f-965c-1a38dece3252" providerId="ADAL" clId="{A5D2AB55-E615-4178-8CEA-0A952CCDB75B}" dt="2022-04-25T02:48:52.542" v="5762" actId="20577"/>
      <pc:docMkLst>
        <pc:docMk/>
      </pc:docMkLst>
      <pc:sldChg chg="addSp delSp modSp mod">
        <pc:chgData name="Villanueva, Miguel (vill9577@vandals.uidaho.edu)" userId="998d1e7a-b7be-4c3f-965c-1a38dece3252" providerId="ADAL" clId="{A5D2AB55-E615-4178-8CEA-0A952CCDB75B}" dt="2022-04-25T02:48:52.542" v="5762" actId="20577"/>
        <pc:sldMkLst>
          <pc:docMk/>
          <pc:sldMk cId="3836066761" sldId="258"/>
        </pc:sldMkLst>
        <pc:spChg chg="mod">
          <ac:chgData name="Villanueva, Miguel (vill9577@vandals.uidaho.edu)" userId="998d1e7a-b7be-4c3f-965c-1a38dece3252" providerId="ADAL" clId="{A5D2AB55-E615-4178-8CEA-0A952CCDB75B}" dt="2022-04-24T23:23:14.656" v="4337" actId="20577"/>
          <ac:spMkLst>
            <pc:docMk/>
            <pc:sldMk cId="3836066761" sldId="258"/>
            <ac:spMk id="4" creationId="{48EC1A4E-EA54-4574-907C-22425797F44C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18:00:40.358" v="448" actId="20577"/>
          <ac:spMkLst>
            <pc:docMk/>
            <pc:sldMk cId="3836066761" sldId="258"/>
            <ac:spMk id="7" creationId="{BA50CF46-4034-39DC-FDEB-2E63176766D3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18:24:21.716" v="1065" actId="14100"/>
          <ac:spMkLst>
            <pc:docMk/>
            <pc:sldMk cId="3836066761" sldId="258"/>
            <ac:spMk id="20" creationId="{F124A8D2-E621-45FA-8FDA-8C9320258376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22:03:02.726" v="2626" actId="14100"/>
          <ac:spMkLst>
            <pc:docMk/>
            <pc:sldMk cId="3836066761" sldId="258"/>
            <ac:spMk id="23" creationId="{90CACAB5-AD6D-4B5F-B478-8EB02452B933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21:27:14.744" v="1769" actId="20577"/>
          <ac:spMkLst>
            <pc:docMk/>
            <pc:sldMk cId="3836066761" sldId="258"/>
            <ac:spMk id="26" creationId="{A3244C2E-A6B7-4A92-895E-98BE9DB64B3B}"/>
          </ac:spMkLst>
        </pc:spChg>
        <pc:spChg chg="add mod">
          <ac:chgData name="Villanueva, Miguel (vill9577@vandals.uidaho.edu)" userId="998d1e7a-b7be-4c3f-965c-1a38dece3252" providerId="ADAL" clId="{A5D2AB55-E615-4178-8CEA-0A952CCDB75B}" dt="2022-04-24T22:53:40.750" v="2980" actId="20577"/>
          <ac:spMkLst>
            <pc:docMk/>
            <pc:sldMk cId="3836066761" sldId="258"/>
            <ac:spMk id="28" creationId="{DFABC3DD-EFE6-48F2-A991-D70EABF9BABA}"/>
          </ac:spMkLst>
        </pc:spChg>
        <pc:spChg chg="add mod">
          <ac:chgData name="Villanueva, Miguel (vill9577@vandals.uidaho.edu)" userId="998d1e7a-b7be-4c3f-965c-1a38dece3252" providerId="ADAL" clId="{A5D2AB55-E615-4178-8CEA-0A952CCDB75B}" dt="2022-04-24T18:11:21.610" v="515" actId="571"/>
          <ac:spMkLst>
            <pc:docMk/>
            <pc:sldMk cId="3836066761" sldId="258"/>
            <ac:spMk id="29" creationId="{48754E2B-FF83-493C-8DF8-CA0582061AE3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18:25:04.695" v="1074" actId="14100"/>
          <ac:spMkLst>
            <pc:docMk/>
            <pc:sldMk cId="3836066761" sldId="258"/>
            <ac:spMk id="30" creationId="{C5BA350F-C11E-4DD7-AC7D-BE77C90E8128}"/>
          </ac:spMkLst>
        </pc:spChg>
        <pc:spChg chg="add mod">
          <ac:chgData name="Villanueva, Miguel (vill9577@vandals.uidaho.edu)" userId="998d1e7a-b7be-4c3f-965c-1a38dece3252" providerId="ADAL" clId="{A5D2AB55-E615-4178-8CEA-0A952CCDB75B}" dt="2022-04-24T22:01:47.616" v="2601" actId="20577"/>
          <ac:spMkLst>
            <pc:docMk/>
            <pc:sldMk cId="3836066761" sldId="258"/>
            <ac:spMk id="32" creationId="{B92B9D14-1E79-4F20-9A74-16F295F53B8C}"/>
          </ac:spMkLst>
        </pc:spChg>
        <pc:spChg chg="add mod">
          <ac:chgData name="Villanueva, Miguel (vill9577@vandals.uidaho.edu)" userId="998d1e7a-b7be-4c3f-965c-1a38dece3252" providerId="ADAL" clId="{A5D2AB55-E615-4178-8CEA-0A952CCDB75B}" dt="2022-04-24T23:11:21.461" v="3881" actId="20577"/>
          <ac:spMkLst>
            <pc:docMk/>
            <pc:sldMk cId="3836066761" sldId="258"/>
            <ac:spMk id="45" creationId="{DC2372BA-CCE6-4A4C-AD39-6895C39F0163}"/>
          </ac:spMkLst>
        </pc:spChg>
        <pc:spChg chg="mod">
          <ac:chgData name="Villanueva, Miguel (vill9577@vandals.uidaho.edu)" userId="998d1e7a-b7be-4c3f-965c-1a38dece3252" providerId="ADAL" clId="{A5D2AB55-E615-4178-8CEA-0A952CCDB75B}" dt="2022-04-25T00:06:24.121" v="5377" actId="14100"/>
          <ac:spMkLst>
            <pc:docMk/>
            <pc:sldMk cId="3836066761" sldId="258"/>
            <ac:spMk id="47" creationId="{0771977A-C99E-4862-8D08-C2A2DB7CE792}"/>
          </ac:spMkLst>
        </pc:spChg>
        <pc:spChg chg="mod">
          <ac:chgData name="Villanueva, Miguel (vill9577@vandals.uidaho.edu)" userId="998d1e7a-b7be-4c3f-965c-1a38dece3252" providerId="ADAL" clId="{A5D2AB55-E615-4178-8CEA-0A952CCDB75B}" dt="2022-04-25T02:48:52.542" v="5762" actId="20577"/>
          <ac:spMkLst>
            <pc:docMk/>
            <pc:sldMk cId="3836066761" sldId="258"/>
            <ac:spMk id="48" creationId="{0F2142BD-884C-4B64-A378-D3FBF7936185}"/>
          </ac:spMkLst>
        </pc:spChg>
        <pc:spChg chg="mod">
          <ac:chgData name="Villanueva, Miguel (vill9577@vandals.uidaho.edu)" userId="998d1e7a-b7be-4c3f-965c-1a38dece3252" providerId="ADAL" clId="{A5D2AB55-E615-4178-8CEA-0A952CCDB75B}" dt="2022-04-24T22:07:42.758" v="2758" actId="115"/>
          <ac:spMkLst>
            <pc:docMk/>
            <pc:sldMk cId="3836066761" sldId="258"/>
            <ac:spMk id="49" creationId="{D5300C11-9F60-47C8-B840-037F5C069E60}"/>
          </ac:spMkLst>
        </pc:spChg>
        <pc:spChg chg="add mod">
          <ac:chgData name="Villanueva, Miguel (vill9577@vandals.uidaho.edu)" userId="998d1e7a-b7be-4c3f-965c-1a38dece3252" providerId="ADAL" clId="{A5D2AB55-E615-4178-8CEA-0A952CCDB75B}" dt="2022-04-25T00:12:24.364" v="5506" actId="20577"/>
          <ac:spMkLst>
            <pc:docMk/>
            <pc:sldMk cId="3836066761" sldId="258"/>
            <ac:spMk id="50" creationId="{B19119E8-6730-4094-92B2-C63DE829CE7C}"/>
          </ac:spMkLst>
        </pc:spChg>
        <pc:spChg chg="mod">
          <ac:chgData name="Villanueva, Miguel (vill9577@vandals.uidaho.edu)" userId="998d1e7a-b7be-4c3f-965c-1a38dece3252" providerId="ADAL" clId="{A5D2AB55-E615-4178-8CEA-0A952CCDB75B}" dt="2022-04-25T00:08:38.071" v="5426" actId="20577"/>
          <ac:spMkLst>
            <pc:docMk/>
            <pc:sldMk cId="3836066761" sldId="258"/>
            <ac:spMk id="53" creationId="{069C07DC-84A2-45E1-A9F9-78E08C3B4370}"/>
          </ac:spMkLst>
        </pc:spChg>
        <pc:spChg chg="mod">
          <ac:chgData name="Villanueva, Miguel (vill9577@vandals.uidaho.edu)" userId="998d1e7a-b7be-4c3f-965c-1a38dece3252" providerId="ADAL" clId="{A5D2AB55-E615-4178-8CEA-0A952CCDB75B}" dt="2022-04-25T00:06:42.657" v="5379" actId="14100"/>
          <ac:spMkLst>
            <pc:docMk/>
            <pc:sldMk cId="3836066761" sldId="258"/>
            <ac:spMk id="58" creationId="{EFACCC60-12AA-467B-B86A-50EAB84AEAC1}"/>
          </ac:spMkLst>
        </pc:spChg>
        <pc:spChg chg="mod">
          <ac:chgData name="Villanueva, Miguel (vill9577@vandals.uidaho.edu)" userId="998d1e7a-b7be-4c3f-965c-1a38dece3252" providerId="ADAL" clId="{A5D2AB55-E615-4178-8CEA-0A952CCDB75B}" dt="2022-04-25T00:06:56" v="5380" actId="1076"/>
          <ac:spMkLst>
            <pc:docMk/>
            <pc:sldMk cId="3836066761" sldId="258"/>
            <ac:spMk id="59" creationId="{6E256394-276A-4F79-846C-C2EACCBF313F}"/>
          </ac:spMkLst>
        </pc:spChg>
        <pc:picChg chg="add mod">
          <ac:chgData name="Villanueva, Miguel (vill9577@vandals.uidaho.edu)" userId="998d1e7a-b7be-4c3f-965c-1a38dece3252" providerId="ADAL" clId="{A5D2AB55-E615-4178-8CEA-0A952CCDB75B}" dt="2022-04-24T22:27:13.514" v="2865" actId="1076"/>
          <ac:picMkLst>
            <pc:docMk/>
            <pc:sldMk cId="3836066761" sldId="258"/>
            <ac:picMk id="2" creationId="{C7CA822F-CB9B-4D6F-98D8-4DDC9B84D18D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4T23:33:48.934" v="4383" actId="478"/>
          <ac:picMkLst>
            <pc:docMk/>
            <pc:sldMk cId="3836066761" sldId="258"/>
            <ac:picMk id="6" creationId="{1C2F5943-5825-4ADB-B8FC-30E5C3CD9FE2}"/>
          </ac:picMkLst>
        </pc:picChg>
        <pc:picChg chg="add mod">
          <ac:chgData name="Villanueva, Miguel (vill9577@vandals.uidaho.edu)" userId="998d1e7a-b7be-4c3f-965c-1a38dece3252" providerId="ADAL" clId="{A5D2AB55-E615-4178-8CEA-0A952CCDB75B}" dt="2022-04-24T23:35:10.732" v="4409" actId="692"/>
          <ac:picMkLst>
            <pc:docMk/>
            <pc:sldMk cId="3836066761" sldId="258"/>
            <ac:picMk id="9" creationId="{437BB634-5A25-4907-A8E2-2E25755E433F}"/>
          </ac:picMkLst>
        </pc:picChg>
        <pc:picChg chg="add mod">
          <ac:chgData name="Villanueva, Miguel (vill9577@vandals.uidaho.edu)" userId="998d1e7a-b7be-4c3f-965c-1a38dece3252" providerId="ADAL" clId="{A5D2AB55-E615-4178-8CEA-0A952CCDB75B}" dt="2022-04-24T23:34:44.856" v="4397" actId="692"/>
          <ac:picMkLst>
            <pc:docMk/>
            <pc:sldMk cId="3836066761" sldId="258"/>
            <ac:picMk id="12" creationId="{9AFEDBD7-F939-4D7B-B866-FAAD8D291140}"/>
          </ac:picMkLst>
        </pc:picChg>
        <pc:picChg chg="mod ord">
          <ac:chgData name="Villanueva, Miguel (vill9577@vandals.uidaho.edu)" userId="998d1e7a-b7be-4c3f-965c-1a38dece3252" providerId="ADAL" clId="{A5D2AB55-E615-4178-8CEA-0A952CCDB75B}" dt="2022-04-24T23:35:19.980" v="4420" actId="692"/>
          <ac:picMkLst>
            <pc:docMk/>
            <pc:sldMk cId="3836066761" sldId="258"/>
            <ac:picMk id="14" creationId="{57DE2763-3989-42E8-84B8-7736E03DE506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4T22:15:23.078" v="2798" actId="478"/>
          <ac:picMkLst>
            <pc:docMk/>
            <pc:sldMk cId="3836066761" sldId="258"/>
            <ac:picMk id="15" creationId="{D5035FAF-9554-4602-B9F7-1D9C591D67F2}"/>
          </ac:picMkLst>
        </pc:picChg>
        <pc:picChg chg="add mod">
          <ac:chgData name="Villanueva, Miguel (vill9577@vandals.uidaho.edu)" userId="998d1e7a-b7be-4c3f-965c-1a38dece3252" providerId="ADAL" clId="{A5D2AB55-E615-4178-8CEA-0A952CCDB75B}" dt="2022-04-24T23:02:29.830" v="3338" actId="1076"/>
          <ac:picMkLst>
            <pc:docMk/>
            <pc:sldMk cId="3836066761" sldId="258"/>
            <ac:picMk id="17" creationId="{F833FF04-339A-4984-B41D-1CC5E2484885}"/>
          </ac:picMkLst>
        </pc:picChg>
        <pc:picChg chg="add mod">
          <ac:chgData name="Villanueva, Miguel (vill9577@vandals.uidaho.edu)" userId="998d1e7a-b7be-4c3f-965c-1a38dece3252" providerId="ADAL" clId="{A5D2AB55-E615-4178-8CEA-0A952CCDB75B}" dt="2022-04-24T23:02:15.881" v="3337" actId="692"/>
          <ac:picMkLst>
            <pc:docMk/>
            <pc:sldMk cId="3836066761" sldId="258"/>
            <ac:picMk id="19" creationId="{B353896E-8F53-4AE8-ACEF-A37DCB0BCBEC}"/>
          </ac:picMkLst>
        </pc:picChg>
        <pc:picChg chg="del mod">
          <ac:chgData name="Villanueva, Miguel (vill9577@vandals.uidaho.edu)" userId="998d1e7a-b7be-4c3f-965c-1a38dece3252" providerId="ADAL" clId="{A5D2AB55-E615-4178-8CEA-0A952CCDB75B}" dt="2022-04-24T22:11:08.200" v="2783" actId="478"/>
          <ac:picMkLst>
            <pc:docMk/>
            <pc:sldMk cId="3836066761" sldId="258"/>
            <ac:picMk id="22" creationId="{5E7399DD-6711-48B8-BCA3-7811C032C0F2}"/>
          </ac:picMkLst>
        </pc:picChg>
        <pc:picChg chg="del mod">
          <ac:chgData name="Villanueva, Miguel (vill9577@vandals.uidaho.edu)" userId="998d1e7a-b7be-4c3f-965c-1a38dece3252" providerId="ADAL" clId="{A5D2AB55-E615-4178-8CEA-0A952CCDB75B}" dt="2022-04-24T22:11:09.541" v="2785" actId="478"/>
          <ac:picMkLst>
            <pc:docMk/>
            <pc:sldMk cId="3836066761" sldId="258"/>
            <ac:picMk id="33" creationId="{6C819139-4BAA-407A-803A-8443B9FAFF45}"/>
          </ac:picMkLst>
        </pc:picChg>
        <pc:picChg chg="del mod">
          <ac:chgData name="Villanueva, Miguel (vill9577@vandals.uidaho.edu)" userId="998d1e7a-b7be-4c3f-965c-1a38dece3252" providerId="ADAL" clId="{A5D2AB55-E615-4178-8CEA-0A952CCDB75B}" dt="2022-04-24T22:11:10.101" v="2786" actId="478"/>
          <ac:picMkLst>
            <pc:docMk/>
            <pc:sldMk cId="3836066761" sldId="258"/>
            <ac:picMk id="35" creationId="{E8973523-2D6C-4DC3-9ED7-4EA774B98925}"/>
          </ac:picMkLst>
        </pc:picChg>
        <pc:picChg chg="del mod">
          <ac:chgData name="Villanueva, Miguel (vill9577@vandals.uidaho.edu)" userId="998d1e7a-b7be-4c3f-965c-1a38dece3252" providerId="ADAL" clId="{A5D2AB55-E615-4178-8CEA-0A952CCDB75B}" dt="2022-04-24T22:11:08.835" v="2784" actId="478"/>
          <ac:picMkLst>
            <pc:docMk/>
            <pc:sldMk cId="3836066761" sldId="258"/>
            <ac:picMk id="37" creationId="{EDFA230F-D3A2-4762-B2A3-3D2E770E5245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4T23:17:35.556" v="3998"/>
          <ac:picMkLst>
            <pc:docMk/>
            <pc:sldMk cId="3836066761" sldId="258"/>
            <ac:picMk id="46" creationId="{2A081419-D4A8-4BF2-AF1A-7E048D4B3805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4T18:23:06.145" v="1052"/>
          <ac:picMkLst>
            <pc:docMk/>
            <pc:sldMk cId="3836066761" sldId="258"/>
            <ac:picMk id="1026" creationId="{4819B2EA-4F4F-49DA-ADC5-E2F3FC4C1D70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4T18:23:12.128" v="1056"/>
          <ac:picMkLst>
            <pc:docMk/>
            <pc:sldMk cId="3836066761" sldId="258"/>
            <ac:picMk id="1028" creationId="{1B2AE037-CE67-4C5C-ADA7-DCCFB65EED62}"/>
          </ac:picMkLst>
        </pc:picChg>
        <pc:picChg chg="add del mod">
          <ac:chgData name="Villanueva, Miguel (vill9577@vandals.uidaho.edu)" userId="998d1e7a-b7be-4c3f-965c-1a38dece3252" providerId="ADAL" clId="{A5D2AB55-E615-4178-8CEA-0A952CCDB75B}" dt="2022-04-25T00:09:09.618" v="5427" actId="1076"/>
          <ac:picMkLst>
            <pc:docMk/>
            <pc:sldMk cId="3836066761" sldId="258"/>
            <ac:picMk id="1030" creationId="{BE24EE53-0BAA-44AD-8480-BA461B98A58D}"/>
          </ac:picMkLst>
        </pc:picChg>
        <pc:picChg chg="add mod">
          <ac:chgData name="Villanueva, Miguel (vill9577@vandals.uidaho.edu)" userId="998d1e7a-b7be-4c3f-965c-1a38dece3252" providerId="ADAL" clId="{A5D2AB55-E615-4178-8CEA-0A952CCDB75B}" dt="2022-04-24T21:29:29.827" v="1779" actId="1076"/>
          <ac:picMkLst>
            <pc:docMk/>
            <pc:sldMk cId="3836066761" sldId="258"/>
            <ac:picMk id="1032" creationId="{AABDDDE9-8D23-4DBF-B0D6-3D550EDC129E}"/>
          </ac:picMkLst>
        </pc:picChg>
        <pc:picChg chg="mod">
          <ac:chgData name="Villanueva, Miguel (vill9577@vandals.uidaho.edu)" userId="998d1e7a-b7be-4c3f-965c-1a38dece3252" providerId="ADAL" clId="{A5D2AB55-E615-4178-8CEA-0A952CCDB75B}" dt="2022-04-24T22:25:47.994" v="2856" actId="692"/>
          <ac:picMkLst>
            <pc:docMk/>
            <pc:sldMk cId="3836066761" sldId="258"/>
            <ac:picMk id="1034" creationId="{1A9294C3-4D13-4A40-BF42-4EFB911DCA9E}"/>
          </ac:picMkLst>
        </pc:picChg>
        <pc:picChg chg="del mod">
          <ac:chgData name="Villanueva, Miguel (vill9577@vandals.uidaho.edu)" userId="998d1e7a-b7be-4c3f-965c-1a38dece3252" providerId="ADAL" clId="{A5D2AB55-E615-4178-8CEA-0A952CCDB75B}" dt="2022-04-24T21:27:36.761" v="1771" actId="478"/>
          <ac:picMkLst>
            <pc:docMk/>
            <pc:sldMk cId="3836066761" sldId="258"/>
            <ac:picMk id="1038" creationId="{8A32CEFB-885C-408A-AC83-4276C17898BF}"/>
          </ac:picMkLst>
        </pc:picChg>
        <pc:picChg chg="mod">
          <ac:chgData name="Villanueva, Miguel (vill9577@vandals.uidaho.edu)" userId="998d1e7a-b7be-4c3f-965c-1a38dece3252" providerId="ADAL" clId="{A5D2AB55-E615-4178-8CEA-0A952CCDB75B}" dt="2022-04-24T22:07:30.365" v="2756" actId="1076"/>
          <ac:picMkLst>
            <pc:docMk/>
            <pc:sldMk cId="3836066761" sldId="258"/>
            <ac:picMk id="1042" creationId="{1B80CF87-FEB0-41EF-871F-D6A2C8C25F2D}"/>
          </ac:picMkLst>
        </pc:picChg>
      </pc:sldChg>
    </pc:docChg>
  </pc:docChgLst>
  <pc:docChgLst>
    <pc:chgData name="Villanueva, Miguel (vill9577@vandals.uidaho.edu)" userId="S::vill9577@vandals.uidaho.edu::998d1e7a-b7be-4c3f-965c-1a38dece3252" providerId="AD" clId="Web-{9E270107-9825-2BED-412E-05F1E99D2A3F}"/>
    <pc:docChg chg="modSld">
      <pc:chgData name="Villanueva, Miguel (vill9577@vandals.uidaho.edu)" userId="S::vill9577@vandals.uidaho.edu::998d1e7a-b7be-4c3f-965c-1a38dece3252" providerId="AD" clId="Web-{9E270107-9825-2BED-412E-05F1E99D2A3F}" dt="2022-04-25T22:08:13.097" v="3"/>
      <pc:docMkLst>
        <pc:docMk/>
      </pc:docMkLst>
      <pc:sldChg chg="addSp delSp">
        <pc:chgData name="Villanueva, Miguel (vill9577@vandals.uidaho.edu)" userId="S::vill9577@vandals.uidaho.edu::998d1e7a-b7be-4c3f-965c-1a38dece3252" providerId="AD" clId="Web-{9E270107-9825-2BED-412E-05F1E99D2A3F}" dt="2022-04-25T22:08:13.097" v="3"/>
        <pc:sldMkLst>
          <pc:docMk/>
          <pc:sldMk cId="3836066761" sldId="258"/>
        </pc:sldMkLst>
        <pc:spChg chg="add del">
          <ac:chgData name="Villanueva, Miguel (vill9577@vandals.uidaho.edu)" userId="S::vill9577@vandals.uidaho.edu::998d1e7a-b7be-4c3f-965c-1a38dece3252" providerId="AD" clId="Web-{9E270107-9825-2BED-412E-05F1E99D2A3F}" dt="2022-04-25T22:08:13.097" v="3"/>
          <ac:spMkLst>
            <pc:docMk/>
            <pc:sldMk cId="3836066761" sldId="258"/>
            <ac:spMk id="3" creationId="{D088DC8E-EF42-C859-E9D4-B8CCB779910D}"/>
          </ac:spMkLst>
        </pc:spChg>
        <pc:spChg chg="add del">
          <ac:chgData name="Villanueva, Miguel (vill9577@vandals.uidaho.edu)" userId="S::vill9577@vandals.uidaho.edu::998d1e7a-b7be-4c3f-965c-1a38dece3252" providerId="AD" clId="Web-{9E270107-9825-2BED-412E-05F1E99D2A3F}" dt="2022-04-25T22:08:11.097" v="2"/>
          <ac:spMkLst>
            <pc:docMk/>
            <pc:sldMk cId="3836066761" sldId="258"/>
            <ac:spMk id="6" creationId="{D5C3F298-C53F-2852-BDAD-E38AFFBBFA8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25.04.2022</a:t>
            </a:fld>
            <a:endParaRPr lang="ru-RU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445466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445466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1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25.04.2022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0" y="666750"/>
            <a:ext cx="444500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223504"/>
            <a:ext cx="5486400" cy="40012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err="1"/>
              <a:t>Образец</a:t>
            </a:r>
            <a:r>
              <a:rPr lang="en-US"/>
              <a:t> </a:t>
            </a:r>
            <a:r>
              <a:rPr lang="en-US" err="1"/>
              <a:t>текста</a:t>
            </a:r>
            <a:endParaRPr lang="en-US"/>
          </a:p>
          <a:p>
            <a:pPr lvl="1"/>
            <a:r>
              <a:rPr lang="en-US" err="1"/>
              <a:t>Второй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2"/>
            <a:r>
              <a:rPr lang="en-US" err="1"/>
              <a:t>Третий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3"/>
            <a:r>
              <a:rPr lang="en-US" err="1"/>
              <a:t>Четвертый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4"/>
            <a:r>
              <a:rPr lang="en-US" err="1"/>
              <a:t>Пятый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445466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445466"/>
            <a:ext cx="2971800" cy="4445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2047006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409400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6141015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818801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1023502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828800" y="5562600"/>
            <a:ext cx="23329968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7442" y="7046970"/>
            <a:ext cx="8335108" cy="7924800"/>
          </a:xfrm>
        </p:spPr>
        <p:txBody>
          <a:bodyPr/>
          <a:lstStyle>
            <a:lvl1pPr marL="0" marR="0" indent="0" algn="l" defTabSz="2438361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517442" y="15625143"/>
            <a:ext cx="10399432" cy="679673"/>
          </a:xfrm>
        </p:spPr>
        <p:txBody>
          <a:bodyPr/>
          <a:lstStyle>
            <a:lvl1pPr marL="457182" indent="-457182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HERE</a:t>
            </a:r>
            <a:br>
              <a:rPr lang="en-US"/>
            </a:br>
            <a:r>
              <a:rPr lang="en-US"/>
              <a:t>90 PT FONT RECCOMENDED</a:t>
            </a:r>
          </a:p>
        </p:txBody>
      </p:sp>
    </p:spTree>
    <p:extLst>
      <p:ext uri="{BB962C8B-B14F-4D97-AF65-F5344CB8AC3E}">
        <p14:creationId xmlns:p14="http://schemas.microsoft.com/office/powerpoint/2010/main" val="104634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828800" y="5562600"/>
            <a:ext cx="23329968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517442" y="7046970"/>
            <a:ext cx="8335108" cy="7924800"/>
          </a:xfrm>
        </p:spPr>
        <p:txBody>
          <a:bodyPr/>
          <a:lstStyle>
            <a:lvl1pPr marL="0" marR="0" indent="0" algn="l" defTabSz="2438361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517442" y="15625143"/>
            <a:ext cx="10399432" cy="679673"/>
          </a:xfrm>
        </p:spPr>
        <p:txBody>
          <a:bodyPr/>
          <a:lstStyle>
            <a:lvl1pPr marL="457182" indent="-457182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HEADLINE HERE</a:t>
            </a:r>
            <a:br>
              <a:rPr lang="en-US"/>
            </a:br>
            <a:r>
              <a:rPr lang="en-US"/>
              <a:t>90 PT FONT RECOMMENDED</a:t>
            </a:r>
          </a:p>
        </p:txBody>
      </p:sp>
    </p:spTree>
    <p:extLst>
      <p:ext uri="{BB962C8B-B14F-4D97-AF65-F5344CB8AC3E}">
        <p14:creationId xmlns:p14="http://schemas.microsoft.com/office/powerpoint/2010/main" val="4289636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76600" y="11984297"/>
            <a:ext cx="3154712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85800"/>
            <a:ext cx="7221196" cy="23621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136" y="0"/>
            <a:ext cx="1679846" cy="34289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00" y="25628055"/>
            <a:ext cx="4953000" cy="1346744"/>
          </a:xfrm>
          <a:prstGeom prst="rect">
            <a:avLst/>
          </a:prstGeom>
        </p:spPr>
      </p:pic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9333076" y="304799"/>
            <a:ext cx="24152373" cy="312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502CD-C614-4559-B11D-A7B2FA92DD05}"/>
              </a:ext>
            </a:extLst>
          </p:cNvPr>
          <p:cNvSpPr txBox="1"/>
          <p:nvPr userDrawn="1"/>
        </p:nvSpPr>
        <p:spPr>
          <a:xfrm rot="5400000">
            <a:off x="7515136" y="1266736"/>
            <a:ext cx="2362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solidFill>
                  <a:srgbClr val="FBC71A"/>
                </a:solidFill>
                <a:latin typeface="Franklin Gothic Demi" panose="020B0703020102020204" pitchFamily="34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19458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  <p:txStyles>
    <p:titleStyle>
      <a:lvl1pPr algn="ctr" defTabSz="2438361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bg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57182" indent="-457182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bg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362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bg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62978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bg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103032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bg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651650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bg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705487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669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3849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028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18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1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53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72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5899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079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25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43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76600" y="11984297"/>
            <a:ext cx="3154712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685800"/>
            <a:ext cx="7221195" cy="23621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136" y="0"/>
            <a:ext cx="1679846" cy="34289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01" y="25628055"/>
            <a:ext cx="4952997" cy="1346744"/>
          </a:xfrm>
          <a:prstGeom prst="rect">
            <a:avLst/>
          </a:prstGeom>
        </p:spPr>
      </p:pic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9333077" y="304799"/>
            <a:ext cx="24152372" cy="312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8265C9-6D47-4A6C-975A-4EADFDF98F84}"/>
              </a:ext>
            </a:extLst>
          </p:cNvPr>
          <p:cNvSpPr txBox="1"/>
          <p:nvPr userDrawn="1"/>
        </p:nvSpPr>
        <p:spPr>
          <a:xfrm rot="5400000">
            <a:off x="7515136" y="1266736"/>
            <a:ext cx="2362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solidFill>
                  <a:srgbClr val="FBC71A"/>
                </a:solidFill>
                <a:effectLst>
                  <a:outerShdw blurRad="50800" dist="38100" algn="l" rotWithShape="0">
                    <a:prstClr val="black">
                      <a:alpha val="90000"/>
                    </a:prstClr>
                  </a:outerShdw>
                </a:effectLst>
                <a:latin typeface="Franklin Gothic Demi" panose="020B0703020102020204" pitchFamily="34" charset="0"/>
              </a:rPr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23000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/>
  <p:txStyles>
    <p:titleStyle>
      <a:lvl1pPr algn="ctr" defTabSz="2438361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57182" indent="-457182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362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62978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103032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651650" indent="-571477" algn="l" defTabSz="2438361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705487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669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3849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028" indent="-609589" algn="l" defTabSz="2438361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18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361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53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720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5899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079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25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438" algn="l" defTabSz="2438361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0CACAB5-AD6D-4B5F-B478-8EB02452B933}"/>
              </a:ext>
            </a:extLst>
          </p:cNvPr>
          <p:cNvSpPr/>
          <p:nvPr/>
        </p:nvSpPr>
        <p:spPr>
          <a:xfrm>
            <a:off x="12396587" y="14180328"/>
            <a:ext cx="11758247" cy="12946871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Final design</a:t>
            </a:r>
          </a:p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24A8D2-E621-45FA-8FDA-8C9320258376}"/>
              </a:ext>
            </a:extLst>
          </p:cNvPr>
          <p:cNvSpPr/>
          <p:nvPr/>
        </p:nvSpPr>
        <p:spPr>
          <a:xfrm>
            <a:off x="357555" y="17568658"/>
            <a:ext cx="11758247" cy="4303631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Value proposition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128F42-60D2-49B4-ADD6-F27A6E4AE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847" y="117903"/>
            <a:ext cx="24152372" cy="2133600"/>
          </a:xfrm>
          <a:ln>
            <a:noFill/>
          </a:ln>
        </p:spPr>
        <p:txBody>
          <a:bodyPr>
            <a:noAutofit/>
          </a:bodyPr>
          <a:lstStyle/>
          <a:p>
            <a:pPr algn="l"/>
            <a:r>
              <a:rPr lang="en-US" sz="8000" b="1" i="0" u="none" strike="noStrike">
                <a:effectLst/>
                <a:latin typeface="Cousine"/>
              </a:rPr>
              <a:t>Video Game Environment</a:t>
            </a:r>
            <a:r>
              <a:rPr lang="en-US" sz="8000" b="0" i="0">
                <a:effectLst/>
                <a:latin typeface="Cousine"/>
              </a:rPr>
              <a:t>​ </a:t>
            </a:r>
            <a:r>
              <a:rPr lang="en-US" sz="8000" b="1" i="0" u="none" strike="noStrike">
                <a:effectLst/>
                <a:latin typeface="Cousine"/>
              </a:rPr>
              <a:t>for Arm Assessment through a </a:t>
            </a:r>
            <a:r>
              <a:rPr lang="en-US" sz="8000" b="0" i="0">
                <a:effectLst/>
                <a:latin typeface="Cousine"/>
              </a:rPr>
              <a:t>​</a:t>
            </a:r>
            <a:r>
              <a:rPr lang="en-US" sz="8000" b="1" i="0" u="none" strike="noStrike">
                <a:effectLst/>
                <a:latin typeface="Cousine"/>
              </a:rPr>
              <a:t>Robotic Exoskeleton</a:t>
            </a:r>
            <a:r>
              <a:rPr lang="en-US" sz="8000" b="0" i="0">
                <a:effectLst/>
                <a:latin typeface="Cousine"/>
              </a:rPr>
              <a:t>​</a:t>
            </a:r>
            <a:endParaRPr lang="en-US" sz="8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0CF46-4034-39DC-FDEB-2E63176766D3}"/>
              </a:ext>
            </a:extLst>
          </p:cNvPr>
          <p:cNvSpPr txBox="1"/>
          <p:nvPr/>
        </p:nvSpPr>
        <p:spPr>
          <a:xfrm>
            <a:off x="357555" y="3581400"/>
            <a:ext cx="11758246" cy="244682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24383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Clr>
                <a:srgbClr val="F1B300"/>
              </a:buClr>
              <a:buSzPct val="120000"/>
              <a:buFont typeface="Wingdings" charset="2"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Project objective</a:t>
            </a:r>
            <a:br>
              <a:rPr lang="en-US" sz="3300">
                <a:cs typeface="Calibri"/>
              </a:rPr>
            </a:br>
            <a:r>
              <a:rPr lang="en-US" sz="3300">
                <a:latin typeface="Franklin Gothic Book" panose="020B0503020102020204" pitchFamily="34" charset="0"/>
                <a:cs typeface="Calibri"/>
              </a:rPr>
              <a:t>Create a three-dimensional configurable task environment for the BLUE SABINO where subjects can be presented with consistent and repeatable task guidance and feedback for arm assessment.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A28CC-3C64-48BA-8B7E-5707FC0DA627}"/>
              </a:ext>
            </a:extLst>
          </p:cNvPr>
          <p:cNvSpPr txBox="1"/>
          <p:nvPr/>
        </p:nvSpPr>
        <p:spPr>
          <a:xfrm>
            <a:off x="9436124" y="2274949"/>
            <a:ext cx="118908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/>
              <a:t>Miguel Villanueva, Alex Peña, Dawson Hill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A5B470-6382-4574-9675-0B84DA4D80D1}"/>
              </a:ext>
            </a:extLst>
          </p:cNvPr>
          <p:cNvSpPr/>
          <p:nvPr/>
        </p:nvSpPr>
        <p:spPr>
          <a:xfrm>
            <a:off x="357555" y="22145833"/>
            <a:ext cx="11758247" cy="495838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Project requirements</a:t>
            </a:r>
          </a:p>
          <a:p>
            <a:pPr algn="ctr"/>
            <a:endParaRPr lang="en-US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3244C2E-A6B7-4A92-895E-98BE9DB64B3B}"/>
              </a:ext>
            </a:extLst>
          </p:cNvPr>
          <p:cNvSpPr txBox="1">
            <a:spLocks/>
          </p:cNvSpPr>
          <p:nvPr/>
        </p:nvSpPr>
        <p:spPr>
          <a:xfrm>
            <a:off x="662354" y="23067803"/>
            <a:ext cx="11148647" cy="382155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/>
              <a:t>Consistent and Repeatable Tasks</a:t>
            </a:r>
          </a:p>
          <a:p>
            <a:pPr>
              <a:lnSpc>
                <a:spcPct val="100000"/>
              </a:lnSpc>
            </a:pPr>
            <a:r>
              <a:rPr lang="en-US"/>
              <a:t>Configurable Task Settings</a:t>
            </a:r>
          </a:p>
          <a:p>
            <a:pPr>
              <a:lnSpc>
                <a:spcPct val="100000"/>
              </a:lnSpc>
            </a:pPr>
            <a:r>
              <a:rPr lang="en-US"/>
              <a:t>Point-to-Point Reach Task</a:t>
            </a:r>
          </a:p>
          <a:p>
            <a:pPr>
              <a:lnSpc>
                <a:spcPct val="100000"/>
              </a:lnSpc>
            </a:pPr>
            <a:r>
              <a:rPr lang="en-US"/>
              <a:t>Clear Communication of On-Screen Objects</a:t>
            </a:r>
          </a:p>
          <a:p>
            <a:pPr>
              <a:lnSpc>
                <a:spcPct val="100000"/>
              </a:lnSpc>
            </a:pPr>
            <a:r>
              <a:rPr lang="en-US"/>
              <a:t>Virtual Arm can Modularly use Multiple Joints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BA350F-C11E-4DD7-AC7D-BE77C90E8128}"/>
              </a:ext>
            </a:extLst>
          </p:cNvPr>
          <p:cNvSpPr/>
          <p:nvPr/>
        </p:nvSpPr>
        <p:spPr>
          <a:xfrm>
            <a:off x="357555" y="6301769"/>
            <a:ext cx="11758247" cy="11081107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24383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Clr>
                <a:srgbClr val="F1B300"/>
              </a:buClr>
              <a:buSzPct val="120000"/>
              <a:buFont typeface="Wingdings" charset="2"/>
              <a:buNone/>
              <a:tabLst/>
              <a:defRPr/>
            </a:pPr>
            <a:r>
              <a:rPr kumimoji="0" lang="en-US" sz="5400" b="1" i="0" u="none" strike="noStrike" kern="1200" cap="all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+mn-ea"/>
                <a:cs typeface="+mn-cs"/>
              </a:rPr>
              <a:t>Project Background</a:t>
            </a:r>
            <a:b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/>
              </a:rPr>
            </a:b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The </a:t>
            </a:r>
            <a:r>
              <a:rPr kumimoji="0" lang="en-US" sz="3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BLUE SABINO 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(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B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i-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L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ateral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U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pper-limb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E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xoskeleton for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S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imultaneous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A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ssessment of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B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iomechanics and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N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euromuscular </a:t>
            </a:r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O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utput) is a robotic exoskeleton being developed by the University of Idaho Assistive Robotics Lab.</a:t>
            </a:r>
          </a:p>
          <a:p>
            <a:pPr marL="0" marR="0" lvl="0" indent="0" algn="l" defTabSz="24383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Clr>
                <a:srgbClr val="F1B300"/>
              </a:buClr>
              <a:buSzPct val="120000"/>
              <a:buFont typeface="Wingdings" charset="2"/>
              <a:buNone/>
              <a:tabLst/>
              <a:defRPr/>
            </a:pPr>
            <a:endParaRPr kumimoji="0" lang="en-US" sz="3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  <a:cs typeface="Calibri"/>
            </a:endParaRPr>
          </a:p>
          <a:p>
            <a:pPr marL="0" marR="0" lvl="0" indent="0" algn="l" defTabSz="24383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500"/>
              </a:spcAft>
              <a:buClr>
                <a:srgbClr val="F1B300"/>
              </a:buClr>
              <a:buSzPct val="120000"/>
              <a:buFont typeface="Wingdings" charset="2"/>
              <a:buNone/>
              <a:tabLst/>
              <a:defRPr/>
            </a:pPr>
            <a:endParaRPr kumimoji="0" lang="en-US" sz="3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71977A-C99E-4862-8D08-C2A2DB7CE792}"/>
              </a:ext>
            </a:extLst>
          </p:cNvPr>
          <p:cNvSpPr/>
          <p:nvPr/>
        </p:nvSpPr>
        <p:spPr>
          <a:xfrm>
            <a:off x="24460198" y="3593122"/>
            <a:ext cx="11758247" cy="10280378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5400" b="1" cap="all">
                <a:solidFill>
                  <a:srgbClr val="000000"/>
                </a:solidFill>
                <a:latin typeface="Franklin Gothic Book" panose="020B0503020102020204" pitchFamily="34" charset="0"/>
              </a:rPr>
              <a:t>validation</a:t>
            </a:r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2142BD-884C-4B64-A378-D3FBF7936185}"/>
              </a:ext>
            </a:extLst>
          </p:cNvPr>
          <p:cNvSpPr/>
          <p:nvPr/>
        </p:nvSpPr>
        <p:spPr>
          <a:xfrm>
            <a:off x="24460198" y="14180328"/>
            <a:ext cx="11758247" cy="6761764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Summary</a:t>
            </a:r>
            <a:r>
              <a:rPr lang="en-US" sz="5400" b="1" cap="all">
                <a:solidFill>
                  <a:srgbClr val="000000"/>
                </a:solidFill>
                <a:latin typeface="Franklin Gothic Book" panose="020B0503020102020204" pitchFamily="34" charset="0"/>
              </a:rPr>
              <a:t> AND</a:t>
            </a:r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 conclusions</a:t>
            </a:r>
          </a:p>
          <a:p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Our project requirements have been fu</a:t>
            </a:r>
            <a:r>
              <a:rPr lang="en-US" sz="3300">
                <a:solidFill>
                  <a:srgbClr val="000000"/>
                </a:solidFill>
                <a:latin typeface="Franklin Gothic Book" panose="020B0503020102020204" pitchFamily="34" charset="0"/>
                <a:cs typeface="Calibri"/>
              </a:rPr>
              <a:t>l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filled and we </a:t>
            </a:r>
            <a:r>
              <a:rPr lang="en-US" sz="3300">
                <a:solidFill>
                  <a:srgbClr val="000000"/>
                </a:solidFill>
                <a:latin typeface="Franklin Gothic Book" panose="020B0503020102020204" pitchFamily="34" charset="0"/>
                <a:cs typeface="Calibri"/>
              </a:rPr>
              <a:t>hope</a:t>
            </a:r>
            <a:r>
              <a:rPr kumimoji="0" lang="en-US" sz="3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 the Assistive Robotics Lab can utilize our environment for arm assessment in the future. Additionally, we believe t</a:t>
            </a:r>
            <a:r>
              <a:rPr lang="en-US" sz="3300">
                <a:solidFill>
                  <a:srgbClr val="000000"/>
                </a:solidFill>
                <a:latin typeface="Franklin Gothic Book" panose="020B0503020102020204" pitchFamily="34" charset="0"/>
                <a:cs typeface="Calibri"/>
              </a:rPr>
              <a:t>heir work on capturing the output from the BLUE SABINO would be easy to add into the project as per the modularity of our design.</a:t>
            </a:r>
          </a:p>
          <a:p>
            <a:endParaRPr lang="en-US" sz="800">
              <a:solidFill>
                <a:srgbClr val="000000"/>
              </a:solidFill>
              <a:latin typeface="Franklin Gothic Book" panose="020B0503020102020204" pitchFamily="34" charset="0"/>
              <a:cs typeface="Calibri"/>
            </a:endParaRPr>
          </a:p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recommendations</a:t>
            </a:r>
          </a:p>
          <a:p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endParaRPr kumimoji="0" lang="en-US" sz="3300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C1A4E-EA54-4574-907C-22425797F4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64997" y="4572000"/>
            <a:ext cx="11148647" cy="534505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Tasks Repeat for a Specified Number of Times and Maintain Their State Until The Assessment is Over</a:t>
            </a:r>
          </a:p>
          <a:p>
            <a:pPr>
              <a:lnSpc>
                <a:spcPct val="100000"/>
              </a:lnSpc>
            </a:pPr>
            <a:r>
              <a:rPr lang="en-US"/>
              <a:t>Home, Start, and Goal Positions are Moveable which Expands the Variation and Configurability of Tasks</a:t>
            </a:r>
          </a:p>
          <a:p>
            <a:pPr>
              <a:lnSpc>
                <a:spcPct val="100000"/>
              </a:lnSpc>
            </a:pPr>
            <a:r>
              <a:rPr lang="en-US"/>
              <a:t>One Main Task and 7 Individual Joint Movement Tasks</a:t>
            </a:r>
          </a:p>
          <a:p>
            <a:pPr>
              <a:lnSpc>
                <a:spcPct val="100000"/>
              </a:lnSpc>
            </a:pPr>
            <a:r>
              <a:rPr lang="en-US"/>
              <a:t>Use of Shadows and Lighting for Depth Perception</a:t>
            </a:r>
          </a:p>
          <a:p>
            <a:pPr>
              <a:lnSpc>
                <a:spcPct val="100000"/>
              </a:lnSpc>
            </a:pPr>
            <a:r>
              <a:rPr lang="en-US"/>
              <a:t>Each Virtual Arm Can Utilize Up to 9 Joints Which Surpasses Current Builds of the Physical BLUE SABINO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300C11-9F60-47C8-B840-037F5C069E60}"/>
              </a:ext>
            </a:extLst>
          </p:cNvPr>
          <p:cNvSpPr/>
          <p:nvPr/>
        </p:nvSpPr>
        <p:spPr>
          <a:xfrm>
            <a:off x="12396588" y="3593122"/>
            <a:ext cx="11758246" cy="10280378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Concept development</a:t>
            </a:r>
          </a:p>
          <a:p>
            <a:endParaRPr lang="en-US" sz="5400" b="1" cap="all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endParaRPr lang="en-US" sz="5400" b="1" cap="all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endParaRPr lang="en-US" sz="5400" b="1" cap="all">
              <a:solidFill>
                <a:srgbClr val="000000"/>
              </a:solidFill>
              <a:latin typeface="Franklin Gothic Book" panose="020B0503020102020204" pitchFamily="34" charset="0"/>
            </a:endParaRPr>
          </a:p>
          <a:p>
            <a:pPr algn="ctr"/>
            <a:r>
              <a:rPr kumimoji="0" lang="en-US" sz="33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cs typeface="Calibri"/>
              </a:rPr>
              <a:t>Concept Overview Diagram</a:t>
            </a:r>
            <a:endParaRPr kumimoji="0" lang="en-US" sz="3300" b="1" i="0" u="sng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pPr algn="ctr"/>
            <a:endParaRPr lang="en-US"/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069C07DC-84A2-45E1-A9F9-78E08C3B4370}"/>
              </a:ext>
            </a:extLst>
          </p:cNvPr>
          <p:cNvSpPr txBox="1">
            <a:spLocks/>
          </p:cNvSpPr>
          <p:nvPr/>
        </p:nvSpPr>
        <p:spPr>
          <a:xfrm>
            <a:off x="662353" y="18453194"/>
            <a:ext cx="11148647" cy="323165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Research and Educational Purposes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Providing Clear and Repeatable Tasks Is a Current Challenge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Insufficient Auditory Cues or Visual Demonstrations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Utilizing a Game Engine To Make</a:t>
            </a:r>
            <a:br>
              <a:rPr lang="en-US"/>
            </a:br>
            <a:r>
              <a:rPr lang="en-US"/>
              <a:t>a Capable Task Environment</a:t>
            </a: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1B80CF87-FEB0-41EF-871F-D6A2C8C25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8400" y="9120061"/>
            <a:ext cx="9447412" cy="452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EFACCC60-12AA-467B-B86A-50EAB84AEAC1}"/>
              </a:ext>
            </a:extLst>
          </p:cNvPr>
          <p:cNvSpPr/>
          <p:nvPr/>
        </p:nvSpPr>
        <p:spPr>
          <a:xfrm>
            <a:off x="24460198" y="21248920"/>
            <a:ext cx="11758247" cy="4002940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0" lang="en-US" sz="5400" b="1" i="0" u="none" strike="noStrike" kern="1200" cap="all" spc="0" normalizeH="0" baseline="0" noProof="0"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</a:rPr>
              <a:t>Acknowledgements</a:t>
            </a:r>
          </a:p>
          <a:p>
            <a:endParaRPr kumimoji="0" lang="en-US" sz="5400" b="1" i="0" u="none" strike="noStrike" kern="1200" cap="all" spc="0" normalizeH="0" baseline="0" noProof="0">
              <a:solidFill>
                <a:srgbClr val="000000"/>
              </a:solidFill>
              <a:effectLst/>
              <a:uLnTx/>
              <a:uFillTx/>
              <a:latin typeface="Franklin Gothic Book" panose="020B0503020102020204" pitchFamily="34" charset="0"/>
            </a:endParaRPr>
          </a:p>
          <a:p>
            <a:pPr algn="ctr"/>
            <a:endParaRPr lang="en-US"/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6E256394-276A-4F79-846C-C2EACCBF313F}"/>
              </a:ext>
            </a:extLst>
          </p:cNvPr>
          <p:cNvSpPr txBox="1">
            <a:spLocks/>
          </p:cNvSpPr>
          <p:nvPr/>
        </p:nvSpPr>
        <p:spPr>
          <a:xfrm>
            <a:off x="24764996" y="22269507"/>
            <a:ext cx="11148647" cy="272382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lnSpc>
                <a:spcPct val="100000"/>
              </a:lnSpc>
              <a:spcAft>
                <a:spcPts val="1800"/>
              </a:spcAft>
            </a:pPr>
            <a:r>
              <a:rPr lang="en-US">
                <a:latin typeface="Franklin Gothic Book"/>
              </a:rPr>
              <a:t>NSF Award #1532239, </a:t>
            </a:r>
            <a:r>
              <a:rPr lang="en-US" i="1">
                <a:latin typeface="Franklin Gothic Book"/>
              </a:rPr>
              <a:t>Funding</a:t>
            </a:r>
            <a:endParaRPr lang="en-US">
              <a:latin typeface="Franklin Gothic Book"/>
            </a:endParaRPr>
          </a:p>
          <a:p>
            <a:pPr marL="456565" indent="-456565">
              <a:lnSpc>
                <a:spcPct val="100000"/>
              </a:lnSpc>
              <a:spcAft>
                <a:spcPts val="1800"/>
              </a:spcAft>
            </a:pPr>
            <a:r>
              <a:rPr lang="en-US">
                <a:latin typeface="Franklin Gothic Book"/>
              </a:rPr>
              <a:t>The Dean and Cindy Haagenson Endowment, </a:t>
            </a:r>
            <a:r>
              <a:rPr lang="en-US" i="1">
                <a:latin typeface="Franklin Gothic Book"/>
              </a:rPr>
              <a:t>Funding</a:t>
            </a:r>
            <a:endParaRPr lang="en-US">
              <a:latin typeface="Franklin Gothic Book"/>
            </a:endParaRPr>
          </a:p>
          <a:p>
            <a:pPr marL="456565" indent="-456565">
              <a:lnSpc>
                <a:spcPct val="100000"/>
              </a:lnSpc>
              <a:spcAft>
                <a:spcPts val="1800"/>
              </a:spcAft>
            </a:pPr>
            <a:r>
              <a:rPr lang="en-US">
                <a:latin typeface="Franklin Gothic Book"/>
              </a:rPr>
              <a:t>Dr. Joel Perry, </a:t>
            </a:r>
            <a:r>
              <a:rPr lang="en-US" i="1">
                <a:latin typeface="Franklin Gothic Book"/>
              </a:rPr>
              <a:t>Client</a:t>
            </a:r>
            <a:endParaRPr lang="en-US">
              <a:latin typeface="Franklin Gothic Book"/>
            </a:endParaRPr>
          </a:p>
          <a:p>
            <a:pPr marL="456565" indent="-456565">
              <a:lnSpc>
                <a:spcPct val="100000"/>
              </a:lnSpc>
              <a:spcAft>
                <a:spcPts val="1800"/>
              </a:spcAft>
            </a:pPr>
            <a:r>
              <a:rPr lang="en-US">
                <a:latin typeface="Franklin Gothic Book"/>
              </a:rPr>
              <a:t>Bruce Bolden, </a:t>
            </a:r>
            <a:r>
              <a:rPr lang="en-US" i="1">
                <a:latin typeface="Franklin Gothic Book"/>
              </a:rPr>
              <a:t>Lead Instructor</a:t>
            </a:r>
            <a:endParaRPr lang="en-US">
              <a:latin typeface="Franklin Gothic Book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DFABC3DD-EFE6-48F2-A991-D70EABF9BABA}"/>
              </a:ext>
            </a:extLst>
          </p:cNvPr>
          <p:cNvSpPr txBox="1">
            <a:spLocks/>
          </p:cNvSpPr>
          <p:nvPr/>
        </p:nvSpPr>
        <p:spPr>
          <a:xfrm>
            <a:off x="638907" y="9491698"/>
            <a:ext cx="11148647" cy="4196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/>
              <a:t>Built in Series of Phases (from 2 to 30 Joints, 15 per arm)</a:t>
            </a:r>
          </a:p>
          <a:p>
            <a:pPr>
              <a:lnSpc>
                <a:spcPct val="100000"/>
              </a:lnSpc>
            </a:pPr>
            <a:r>
              <a:rPr lang="en-US"/>
              <a:t>Measures Arm and Hand Function in Individuals with Neurological Impairment, Such as Those Who Suffer From Stroke</a:t>
            </a:r>
          </a:p>
          <a:p>
            <a:pPr>
              <a:lnSpc>
                <a:spcPct val="100000"/>
              </a:lnSpc>
            </a:pPr>
            <a:r>
              <a:rPr lang="en-US"/>
              <a:t>Records Joint Position Information to Report on Things Such as Range of Motion, Control of Motion, Range of Force, and Control of Force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A9294C3-4D13-4A40-BF42-4EFB911DC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56" y="13873500"/>
            <a:ext cx="5538468" cy="3286336"/>
          </a:xfrm>
          <a:prstGeom prst="rect">
            <a:avLst/>
          </a:prstGeom>
          <a:ln w="41275"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C7CA822F-CB9B-4D6F-98D8-4DDC9B84D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053" y="13873500"/>
            <a:ext cx="5557070" cy="3286336"/>
          </a:xfrm>
          <a:prstGeom prst="rect">
            <a:avLst/>
          </a:prstGeom>
          <a:noFill/>
          <a:ln w="412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ABDDDE9-8D23-4DBF-B0D6-3D550EDC1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977" y="23089411"/>
            <a:ext cx="2660358" cy="235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B92B9D14-1E79-4F20-9A74-16F295F53B8C}"/>
              </a:ext>
            </a:extLst>
          </p:cNvPr>
          <p:cNvSpPr txBox="1">
            <a:spLocks/>
          </p:cNvSpPr>
          <p:nvPr/>
        </p:nvSpPr>
        <p:spPr>
          <a:xfrm>
            <a:off x="12713675" y="4565843"/>
            <a:ext cx="11148647" cy="368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/>
              <a:t>Eventual Shift from Hardware Focused to Software Focused</a:t>
            </a:r>
          </a:p>
          <a:p>
            <a:pPr>
              <a:lnSpc>
                <a:spcPct val="100000"/>
              </a:lnSpc>
            </a:pPr>
            <a:r>
              <a:rPr lang="en-US"/>
              <a:t>Originally Developed for Testing, our Virtual Arms Have Now Become Representative of the BLUE SABINO</a:t>
            </a:r>
          </a:p>
          <a:p>
            <a:pPr>
              <a:lnSpc>
                <a:spcPct val="100000"/>
              </a:lnSpc>
            </a:pPr>
            <a:r>
              <a:rPr lang="en-US"/>
              <a:t>Heavy Research into the Best Way to Implement our Task System, which Involved Passing and Storing Data; all While Keeping our Environment Intuitive and Modular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7BB634-5A25-4907-A8E2-2E25755E4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12598" y="10292808"/>
            <a:ext cx="5536304" cy="3099028"/>
          </a:xfrm>
          <a:prstGeom prst="rect">
            <a:avLst/>
          </a:prstGeom>
          <a:ln w="41275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DE2763-3989-42E8-84B8-7736E03DE5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01301" y="10299067"/>
            <a:ext cx="5716476" cy="3092769"/>
          </a:xfrm>
          <a:prstGeom prst="rect">
            <a:avLst/>
          </a:prstGeom>
          <a:ln w="41275">
            <a:solidFill>
              <a:schemeClr val="tx1"/>
            </a:solidFill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FEDBD7-F939-4D7B-B866-FAAD8D2911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02378" y="21804953"/>
            <a:ext cx="8934450" cy="5012438"/>
          </a:xfrm>
          <a:prstGeom prst="rect">
            <a:avLst/>
          </a:prstGeom>
          <a:ln w="41275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33FF04-339A-4984-B41D-1CC5E24848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58729" y="18260588"/>
            <a:ext cx="5645607" cy="3163168"/>
          </a:xfrm>
          <a:prstGeom prst="rect">
            <a:avLst/>
          </a:prstGeom>
          <a:ln w="41275"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53896E-8F53-4AE8-ACEF-A37DCB0BCB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68135" y="18260588"/>
            <a:ext cx="5645607" cy="3163168"/>
          </a:xfrm>
          <a:prstGeom prst="rect">
            <a:avLst/>
          </a:prstGeom>
          <a:ln w="41275">
            <a:solidFill>
              <a:schemeClr val="accent1"/>
            </a:solidFill>
          </a:ln>
        </p:spPr>
      </p:pic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DC2372BA-CCE6-4A4C-AD39-6895C39F0163}"/>
              </a:ext>
            </a:extLst>
          </p:cNvPr>
          <p:cNvSpPr txBox="1">
            <a:spLocks/>
          </p:cNvSpPr>
          <p:nvPr/>
        </p:nvSpPr>
        <p:spPr>
          <a:xfrm>
            <a:off x="12713674" y="15155568"/>
            <a:ext cx="11148647" cy="272382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Main Point-to-Point Reach Task (Involves Multiple Joints)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7 Other Tasks Showcasing Individual Joint Movements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Assessment Results Screen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Implemented with Possible Future Development in Mind</a:t>
            </a:r>
          </a:p>
        </p:txBody>
      </p:sp>
      <p:pic>
        <p:nvPicPr>
          <p:cNvPr id="1030" name="Picture 6" descr="Guidelines for Using Unity Trademarks - Unity">
            <a:extLst>
              <a:ext uri="{FF2B5EF4-FFF2-40B4-BE49-F238E27FC236}">
                <a16:creationId xmlns:a16="http://schemas.microsoft.com/office/drawing/2014/main" id="{BE24EE53-0BAA-44AD-8480-BA461B98A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385" y="20700612"/>
            <a:ext cx="4180161" cy="986276"/>
          </a:xfrm>
          <a:prstGeom prst="rect">
            <a:avLst/>
          </a:prstGeom>
          <a:noFill/>
          <a:ln w="571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B19119E8-6730-4094-92B2-C63DE829CE7C}"/>
              </a:ext>
            </a:extLst>
          </p:cNvPr>
          <p:cNvSpPr txBox="1">
            <a:spLocks/>
          </p:cNvSpPr>
          <p:nvPr/>
        </p:nvSpPr>
        <p:spPr>
          <a:xfrm>
            <a:off x="24764996" y="18490065"/>
            <a:ext cx="11148647" cy="226215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457182" indent="-457182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Tx/>
              <a:buBlip>
                <a:blip r:embed="rId2"/>
              </a:buBlip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91436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462978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2103032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651650" indent="-571477" algn="l" defTabSz="2438361" rtl="0" eaLnBrk="1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>
                <a:schemeClr val="accent3"/>
              </a:buClr>
              <a:buSzPct val="120000"/>
              <a:buFont typeface="Wingdings" charset="2"/>
              <a:buChar char="§"/>
              <a:defRPr sz="3300" b="0" i="0" kern="120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6705487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92466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143849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0363028" indent="-609589" algn="l" defTabSz="243836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5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If the Project Advances into a Marketable Product, the Addition of Quality-of-Life Settings would be good (e.g., screen resolution)</a:t>
            </a:r>
          </a:p>
          <a:p>
            <a:pPr>
              <a:lnSpc>
                <a:spcPct val="100000"/>
              </a:lnSpc>
              <a:spcAft>
                <a:spcPts val="1800"/>
              </a:spcAft>
            </a:pPr>
            <a:r>
              <a:rPr lang="en-US"/>
              <a:t>Adding BLUE SABINO Information to the Assessment Results</a:t>
            </a:r>
          </a:p>
        </p:txBody>
      </p:sp>
    </p:spTree>
    <p:extLst>
      <p:ext uri="{BB962C8B-B14F-4D97-AF65-F5344CB8AC3E}">
        <p14:creationId xmlns:p14="http://schemas.microsoft.com/office/powerpoint/2010/main" val="383606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9F6D8B2-D99C-4B6D-949F-2672C446428A}" vid="{17F7768D-F243-4C50-955C-86A3792253CC}"/>
    </a:ext>
  </a:extLst>
</a:theme>
</file>

<file path=ppt/theme/theme2.xml><?xml version="1.0" encoding="utf-8"?>
<a:theme xmlns:a="http://schemas.openxmlformats.org/drawingml/2006/main" name="2_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9F6D8B2-D99C-4B6D-949F-2672C446428A}" vid="{807C2652-B5C7-4438-96D5-255828667251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3254B27533444690A8B3E3B23DF47F" ma:contentTypeVersion="7" ma:contentTypeDescription="Create a new document." ma:contentTypeScope="" ma:versionID="735be9182a5b77e0cf05cc8151452ae6">
  <xsd:schema xmlns:xsd="http://www.w3.org/2001/XMLSchema" xmlns:xs="http://www.w3.org/2001/XMLSchema" xmlns:p="http://schemas.microsoft.com/office/2006/metadata/properties" xmlns:ns3="78b64eb5-a17b-402c-ba9b-af600099f941" xmlns:ns4="148c8e6a-85d8-4417-a01f-7c06ebc3074d" targetNamespace="http://schemas.microsoft.com/office/2006/metadata/properties" ma:root="true" ma:fieldsID="ba91dadf1ad1d4f6bc347d337b182bf5" ns3:_="" ns4:_="">
    <xsd:import namespace="78b64eb5-a17b-402c-ba9b-af600099f941"/>
    <xsd:import namespace="148c8e6a-85d8-4417-a01f-7c06ebc307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b64eb5-a17b-402c-ba9b-af600099f9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8c8e6a-85d8-4417-a01f-7c06ebc3074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3F8DA-2598-45CB-BEDC-A0AB16BEEDB7}">
  <ds:schemaRefs>
    <ds:schemaRef ds:uri="148c8e6a-85d8-4417-a01f-7c06ebc3074d"/>
    <ds:schemaRef ds:uri="78b64eb5-a17b-402c-ba9b-af600099f9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55623E-2AF0-4386-91E1-1F5EE83BD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9BD210-AC2B-4814-B28E-5C083EDCC6FC}">
  <ds:schemaRefs>
    <ds:schemaRef ds:uri="148c8e6a-85d8-4417-a01f-7c06ebc3074d"/>
    <ds:schemaRef ds:uri="78b64eb5-a17b-402c-ba9b-af600099f94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expo-poster-templates-dark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1_Text Slides</vt:lpstr>
      <vt:lpstr>2_Text Slides</vt:lpstr>
      <vt:lpstr>Video Game Environment​ for Arm Assessment through a ​Robotic Exoskeleton​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Turner, Alexiss (alexisst@uidaho.edu)</dc:creator>
  <cp:revision>1</cp:revision>
  <cp:lastPrinted>2022-04-23T04:22:09Z</cp:lastPrinted>
  <dcterms:created xsi:type="dcterms:W3CDTF">2022-04-06T19:18:52Z</dcterms:created>
  <dcterms:modified xsi:type="dcterms:W3CDTF">2022-04-25T22:08:34Z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0x010100443254B27533444690A8B3E3B23DF47F</vt:lpwstr>
  </property>
</Properties>
</file>