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4"/>
  </p:sldMasterIdLst>
  <p:handoutMasterIdLst>
    <p:handoutMasterId r:id="rId6"/>
  </p:handoutMasterIdLst>
  <p:sldIdLst>
    <p:sldId id="256" r:id="rId5"/>
  </p:sldIdLst>
  <p:sldSz cx="40233600" cy="31089600"/>
  <p:notesSz cx="9363075" cy="7077075"/>
  <p:defaultTextStyle>
    <a:defPPr>
      <a:defRPr lang="en-US"/>
    </a:defPPr>
    <a:lvl1pPr marL="0" algn="l" defTabSz="4075467" rtl="0" eaLnBrk="1" latinLnBrk="0" hangingPunct="1">
      <a:defRPr sz="8100" kern="1200">
        <a:solidFill>
          <a:schemeClr val="tx1"/>
        </a:solidFill>
        <a:latin typeface="+mn-lt"/>
        <a:ea typeface="+mn-ea"/>
        <a:cs typeface="+mn-cs"/>
      </a:defRPr>
    </a:lvl1pPr>
    <a:lvl2pPr marL="2037734" algn="l" defTabSz="4075467" rtl="0" eaLnBrk="1" latinLnBrk="0" hangingPunct="1">
      <a:defRPr sz="8100" kern="1200">
        <a:solidFill>
          <a:schemeClr val="tx1"/>
        </a:solidFill>
        <a:latin typeface="+mn-lt"/>
        <a:ea typeface="+mn-ea"/>
        <a:cs typeface="+mn-cs"/>
      </a:defRPr>
    </a:lvl2pPr>
    <a:lvl3pPr marL="4075467" algn="l" defTabSz="4075467" rtl="0" eaLnBrk="1" latinLnBrk="0" hangingPunct="1">
      <a:defRPr sz="8100" kern="1200">
        <a:solidFill>
          <a:schemeClr val="tx1"/>
        </a:solidFill>
        <a:latin typeface="+mn-lt"/>
        <a:ea typeface="+mn-ea"/>
        <a:cs typeface="+mn-cs"/>
      </a:defRPr>
    </a:lvl3pPr>
    <a:lvl4pPr marL="6113201" algn="l" defTabSz="4075467" rtl="0" eaLnBrk="1" latinLnBrk="0" hangingPunct="1">
      <a:defRPr sz="8100" kern="1200">
        <a:solidFill>
          <a:schemeClr val="tx1"/>
        </a:solidFill>
        <a:latin typeface="+mn-lt"/>
        <a:ea typeface="+mn-ea"/>
        <a:cs typeface="+mn-cs"/>
      </a:defRPr>
    </a:lvl4pPr>
    <a:lvl5pPr marL="8150934" algn="l" defTabSz="4075467" rtl="0" eaLnBrk="1" latinLnBrk="0" hangingPunct="1">
      <a:defRPr sz="8100" kern="1200">
        <a:solidFill>
          <a:schemeClr val="tx1"/>
        </a:solidFill>
        <a:latin typeface="+mn-lt"/>
        <a:ea typeface="+mn-ea"/>
        <a:cs typeface="+mn-cs"/>
      </a:defRPr>
    </a:lvl5pPr>
    <a:lvl6pPr marL="10188668" algn="l" defTabSz="4075467" rtl="0" eaLnBrk="1" latinLnBrk="0" hangingPunct="1">
      <a:defRPr sz="8100" kern="1200">
        <a:solidFill>
          <a:schemeClr val="tx1"/>
        </a:solidFill>
        <a:latin typeface="+mn-lt"/>
        <a:ea typeface="+mn-ea"/>
        <a:cs typeface="+mn-cs"/>
      </a:defRPr>
    </a:lvl6pPr>
    <a:lvl7pPr marL="12226401" algn="l" defTabSz="4075467" rtl="0" eaLnBrk="1" latinLnBrk="0" hangingPunct="1">
      <a:defRPr sz="8100" kern="1200">
        <a:solidFill>
          <a:schemeClr val="tx1"/>
        </a:solidFill>
        <a:latin typeface="+mn-lt"/>
        <a:ea typeface="+mn-ea"/>
        <a:cs typeface="+mn-cs"/>
      </a:defRPr>
    </a:lvl7pPr>
    <a:lvl8pPr marL="14264135" algn="l" defTabSz="4075467" rtl="0" eaLnBrk="1" latinLnBrk="0" hangingPunct="1">
      <a:defRPr sz="8100" kern="1200">
        <a:solidFill>
          <a:schemeClr val="tx1"/>
        </a:solidFill>
        <a:latin typeface="+mn-lt"/>
        <a:ea typeface="+mn-ea"/>
        <a:cs typeface="+mn-cs"/>
      </a:defRPr>
    </a:lvl8pPr>
    <a:lvl9pPr marL="16301868" algn="l" defTabSz="4075467" rtl="0" eaLnBrk="1" latinLnBrk="0" hangingPunct="1">
      <a:defRPr sz="8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792">
          <p15:clr>
            <a:srgbClr val="A4A3A4"/>
          </p15:clr>
        </p15:guide>
        <p15:guide id="2" pos="126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EEAA8-42CC-EA5B-08E7-4E48E8FDDEC6}" v="3" dt="2021-10-07T23:26:30.235"/>
    <p1510:client id="{0A30B9FF-BCC8-BA7C-26B5-6B12BDFB8787}" v="118" dt="2021-10-07T04:43:22.891"/>
    <p1510:client id="{32041E60-2DBF-4C9D-AC66-A58AD68341BA}" v="31" dt="2021-10-07T23:26:34.804"/>
    <p1510:client id="{74E2314C-57AA-473C-B09F-D33097A809A9}" vWet="4" dt="2021-10-07T03:50:23.763"/>
    <p1510:client id="{E7440798-56F6-4C2E-9974-7696D0FB903D}" v="2025" dt="2021-10-07T23:29:04.60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9792"/>
        <p:guide pos="12672"/>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na, Alejandro (pena0641@vandals.uidaho.edu)" userId="S::pena0641@vandals.uidaho.edu::a71fb428-d818-4f29-9a93-19dcb35477ce" providerId="AD" clId="Web-{0A30B9FF-BCC8-BA7C-26B5-6B12BDFB8787}"/>
    <pc:docChg chg="modSld">
      <pc:chgData name="Pena, Alejandro (pena0641@vandals.uidaho.edu)" userId="S::pena0641@vandals.uidaho.edu::a71fb428-d818-4f29-9a93-19dcb35477ce" providerId="AD" clId="Web-{0A30B9FF-BCC8-BA7C-26B5-6B12BDFB8787}" dt="2021-10-07T04:43:22.891" v="71" actId="1076"/>
      <pc:docMkLst>
        <pc:docMk/>
      </pc:docMkLst>
      <pc:sldChg chg="addSp delSp modSp">
        <pc:chgData name="Pena, Alejandro (pena0641@vandals.uidaho.edu)" userId="S::pena0641@vandals.uidaho.edu::a71fb428-d818-4f29-9a93-19dcb35477ce" providerId="AD" clId="Web-{0A30B9FF-BCC8-BA7C-26B5-6B12BDFB8787}" dt="2021-10-07T04:43:22.891" v="71" actId="1076"/>
        <pc:sldMkLst>
          <pc:docMk/>
          <pc:sldMk cId="0" sldId="256"/>
        </pc:sldMkLst>
        <pc:spChg chg="add">
          <ac:chgData name="Pena, Alejandro (pena0641@vandals.uidaho.edu)" userId="S::pena0641@vandals.uidaho.edu::a71fb428-d818-4f29-9a93-19dcb35477ce" providerId="AD" clId="Web-{0A30B9FF-BCC8-BA7C-26B5-6B12BDFB8787}" dt="2021-10-07T04:40:11.615" v="68"/>
          <ac:spMkLst>
            <pc:docMk/>
            <pc:sldMk cId="0" sldId="256"/>
            <ac:spMk id="2" creationId="{6A82C3B7-D75D-4F0A-9A9E-F7828A67511A}"/>
          </ac:spMkLst>
        </pc:spChg>
        <pc:spChg chg="mod">
          <ac:chgData name="Pena, Alejandro (pena0641@vandals.uidaho.edu)" userId="S::pena0641@vandals.uidaho.edu::a71fb428-d818-4f29-9a93-19dcb35477ce" providerId="AD" clId="Web-{0A30B9FF-BCC8-BA7C-26B5-6B12BDFB8787}" dt="2021-10-07T04:36:23.806" v="60" actId="20577"/>
          <ac:spMkLst>
            <pc:docMk/>
            <pc:sldMk cId="0" sldId="256"/>
            <ac:spMk id="14" creationId="{00000000-0000-0000-0000-000000000000}"/>
          </ac:spMkLst>
        </pc:spChg>
        <pc:picChg chg="add mod">
          <ac:chgData name="Pena, Alejandro (pena0641@vandals.uidaho.edu)" userId="S::pena0641@vandals.uidaho.edu::a71fb428-d818-4f29-9a93-19dcb35477ce" providerId="AD" clId="Web-{0A30B9FF-BCC8-BA7C-26B5-6B12BDFB8787}" dt="2021-10-07T04:13:25.898" v="56" actId="1076"/>
          <ac:picMkLst>
            <pc:docMk/>
            <pc:sldMk cId="0" sldId="256"/>
            <ac:picMk id="2" creationId="{14DF9B66-0DE8-4054-B981-8EEE1461F633}"/>
          </ac:picMkLst>
        </pc:picChg>
        <pc:picChg chg="add del mod">
          <ac:chgData name="Pena, Alejandro (pena0641@vandals.uidaho.edu)" userId="S::pena0641@vandals.uidaho.edu::a71fb428-d818-4f29-9a93-19dcb35477ce" providerId="AD" clId="Web-{0A30B9FF-BCC8-BA7C-26B5-6B12BDFB8787}" dt="2021-10-07T04:37:07.402" v="67"/>
          <ac:picMkLst>
            <pc:docMk/>
            <pc:sldMk cId="0" sldId="256"/>
            <ac:picMk id="3" creationId="{238499C3-50F0-4ADB-854A-A35A41F3756E}"/>
          </ac:picMkLst>
        </pc:picChg>
        <pc:picChg chg="add mod">
          <ac:chgData name="Pena, Alejandro (pena0641@vandals.uidaho.edu)" userId="S::pena0641@vandals.uidaho.edu::a71fb428-d818-4f29-9a93-19dcb35477ce" providerId="AD" clId="Web-{0A30B9FF-BCC8-BA7C-26B5-6B12BDFB8787}" dt="2021-10-07T04:06:11.624" v="51" actId="1076"/>
          <ac:picMkLst>
            <pc:docMk/>
            <pc:sldMk cId="0" sldId="256"/>
            <ac:picMk id="4" creationId="{64A5CC47-2D27-4D34-BBFC-C2094A7F8B42}"/>
          </ac:picMkLst>
        </pc:picChg>
        <pc:picChg chg="add mod">
          <ac:chgData name="Pena, Alejandro (pena0641@vandals.uidaho.edu)" userId="S::pena0641@vandals.uidaho.edu::a71fb428-d818-4f29-9a93-19dcb35477ce" providerId="AD" clId="Web-{0A30B9FF-BCC8-BA7C-26B5-6B12BDFB8787}" dt="2021-10-07T04:43:22.891" v="71" actId="1076"/>
          <ac:picMkLst>
            <pc:docMk/>
            <pc:sldMk cId="0" sldId="256"/>
            <ac:picMk id="5" creationId="{A2C16211-5738-4594-99F2-F0EB9BABBED9}"/>
          </ac:picMkLst>
        </pc:picChg>
      </pc:sldChg>
    </pc:docChg>
  </pc:docChgLst>
  <pc:docChgLst>
    <pc:chgData name="Dawson Hill" userId="8b0b6b6c-2dd4-4f1f-be76-514bef020208" providerId="ADAL" clId="{32041E60-2DBF-4C9D-AC66-A58AD68341BA}"/>
    <pc:docChg chg="undo custSel modSld">
      <pc:chgData name="Dawson Hill" userId="8b0b6b6c-2dd4-4f1f-be76-514bef020208" providerId="ADAL" clId="{32041E60-2DBF-4C9D-AC66-A58AD68341BA}" dt="2021-10-07T23:26:34.804" v="24" actId="478"/>
      <pc:docMkLst>
        <pc:docMk/>
      </pc:docMkLst>
      <pc:sldChg chg="addSp delSp modSp mod">
        <pc:chgData name="Dawson Hill" userId="8b0b6b6c-2dd4-4f1f-be76-514bef020208" providerId="ADAL" clId="{32041E60-2DBF-4C9D-AC66-A58AD68341BA}" dt="2021-10-07T23:26:34.804" v="24" actId="478"/>
        <pc:sldMkLst>
          <pc:docMk/>
          <pc:sldMk cId="0" sldId="256"/>
        </pc:sldMkLst>
        <pc:spChg chg="del mod">
          <ac:chgData name="Dawson Hill" userId="8b0b6b6c-2dd4-4f1f-be76-514bef020208" providerId="ADAL" clId="{32041E60-2DBF-4C9D-AC66-A58AD68341BA}" dt="2021-10-07T23:26:31.250" v="22" actId="478"/>
          <ac:spMkLst>
            <pc:docMk/>
            <pc:sldMk cId="0" sldId="256"/>
            <ac:spMk id="2" creationId="{A7F3A7B1-BD78-4D61-8F14-6F04A8D0C24E}"/>
          </ac:spMkLst>
        </pc:spChg>
        <pc:spChg chg="del">
          <ac:chgData name="Dawson Hill" userId="8b0b6b6c-2dd4-4f1f-be76-514bef020208" providerId="ADAL" clId="{32041E60-2DBF-4C9D-AC66-A58AD68341BA}" dt="2021-10-07T04:10:34.766" v="14" actId="478"/>
          <ac:spMkLst>
            <pc:docMk/>
            <pc:sldMk cId="0" sldId="256"/>
            <ac:spMk id="8" creationId="{00000000-0000-0000-0000-000000000000}"/>
          </ac:spMkLst>
        </pc:spChg>
        <pc:spChg chg="del mod">
          <ac:chgData name="Dawson Hill" userId="8b0b6b6c-2dd4-4f1f-be76-514bef020208" providerId="ADAL" clId="{32041E60-2DBF-4C9D-AC66-A58AD68341BA}" dt="2021-10-07T23:26:28.238" v="20" actId="478"/>
          <ac:spMkLst>
            <pc:docMk/>
            <pc:sldMk cId="0" sldId="256"/>
            <ac:spMk id="8" creationId="{08E87B61-B7D9-49C4-AC65-9B73BE9F43A7}"/>
          </ac:spMkLst>
        </pc:spChg>
        <pc:spChg chg="del mod">
          <ac:chgData name="Dawson Hill" userId="8b0b6b6c-2dd4-4f1f-be76-514bef020208" providerId="ADAL" clId="{32041E60-2DBF-4C9D-AC66-A58AD68341BA}" dt="2021-10-07T23:26:34.804" v="24" actId="478"/>
          <ac:spMkLst>
            <pc:docMk/>
            <pc:sldMk cId="0" sldId="256"/>
            <ac:spMk id="9" creationId="{6EFC15DD-C99B-42E5-BEBD-91A3C27BB225}"/>
          </ac:spMkLst>
        </pc:spChg>
        <pc:spChg chg="mod">
          <ac:chgData name="Dawson Hill" userId="8b0b6b6c-2dd4-4f1f-be76-514bef020208" providerId="ADAL" clId="{32041E60-2DBF-4C9D-AC66-A58AD68341BA}" dt="2021-10-07T03:58:54.516" v="13" actId="20577"/>
          <ac:spMkLst>
            <pc:docMk/>
            <pc:sldMk cId="0" sldId="256"/>
            <ac:spMk id="13" creationId="{00000000-0000-0000-0000-000000000000}"/>
          </ac:spMkLst>
        </pc:spChg>
        <pc:picChg chg="add mod">
          <ac:chgData name="Dawson Hill" userId="8b0b6b6c-2dd4-4f1f-be76-514bef020208" providerId="ADAL" clId="{32041E60-2DBF-4C9D-AC66-A58AD68341BA}" dt="2021-10-07T04:11:42.729" v="18" actId="14100"/>
          <ac:picMkLst>
            <pc:docMk/>
            <pc:sldMk cId="0" sldId="256"/>
            <ac:picMk id="6" creationId="{9E5E92D2-3897-4D5C-85CF-ACAF3333B1C2}"/>
          </ac:picMkLst>
        </pc:picChg>
      </pc:sldChg>
    </pc:docChg>
  </pc:docChgLst>
  <pc:docChgLst>
    <pc:chgData name="Pena, Alejandro (pena0641@vandals.uidaho.edu)" userId="S::pena0641@vandals.uidaho.edu::a71fb428-d818-4f29-9a93-19dcb35477ce" providerId="AD" clId="Web-{000EEAA8-42CC-EA5B-08E7-4E48E8FDDEC6}"/>
    <pc:docChg chg="modSld">
      <pc:chgData name="Pena, Alejandro (pena0641@vandals.uidaho.edu)" userId="S::pena0641@vandals.uidaho.edu::a71fb428-d818-4f29-9a93-19dcb35477ce" providerId="AD" clId="Web-{000EEAA8-42CC-EA5B-08E7-4E48E8FDDEC6}" dt="2021-10-07T23:26:30.235" v="2"/>
      <pc:docMkLst>
        <pc:docMk/>
      </pc:docMkLst>
      <pc:sldChg chg="addSp">
        <pc:chgData name="Pena, Alejandro (pena0641@vandals.uidaho.edu)" userId="S::pena0641@vandals.uidaho.edu::a71fb428-d818-4f29-9a93-19dcb35477ce" providerId="AD" clId="Web-{000EEAA8-42CC-EA5B-08E7-4E48E8FDDEC6}" dt="2021-10-07T23:26:30.235" v="2"/>
        <pc:sldMkLst>
          <pc:docMk/>
          <pc:sldMk cId="0" sldId="256"/>
        </pc:sldMkLst>
        <pc:spChg chg="add">
          <ac:chgData name="Pena, Alejandro (pena0641@vandals.uidaho.edu)" userId="S::pena0641@vandals.uidaho.edu::a71fb428-d818-4f29-9a93-19dcb35477ce" providerId="AD" clId="Web-{000EEAA8-42CC-EA5B-08E7-4E48E8FDDEC6}" dt="2021-10-07T23:25:59.313" v="0"/>
          <ac:spMkLst>
            <pc:docMk/>
            <pc:sldMk cId="0" sldId="256"/>
            <ac:spMk id="2" creationId="{A7F3A7B1-BD78-4D61-8F14-6F04A8D0C24E}"/>
          </ac:spMkLst>
        </pc:spChg>
        <pc:spChg chg="add">
          <ac:chgData name="Pena, Alejandro (pena0641@vandals.uidaho.edu)" userId="S::pena0641@vandals.uidaho.edu::a71fb428-d818-4f29-9a93-19dcb35477ce" providerId="AD" clId="Web-{000EEAA8-42CC-EA5B-08E7-4E48E8FDDEC6}" dt="2021-10-07T23:26:07.375" v="1"/>
          <ac:spMkLst>
            <pc:docMk/>
            <pc:sldMk cId="0" sldId="256"/>
            <ac:spMk id="8" creationId="{08E87B61-B7D9-49C4-AC65-9B73BE9F43A7}"/>
          </ac:spMkLst>
        </pc:spChg>
        <pc:spChg chg="add">
          <ac:chgData name="Pena, Alejandro (pena0641@vandals.uidaho.edu)" userId="S::pena0641@vandals.uidaho.edu::a71fb428-d818-4f29-9a93-19dcb35477ce" providerId="AD" clId="Web-{000EEAA8-42CC-EA5B-08E7-4E48E8FDDEC6}" dt="2021-10-07T23:26:30.235" v="2"/>
          <ac:spMkLst>
            <pc:docMk/>
            <pc:sldMk cId="0" sldId="256"/>
            <ac:spMk id="9" creationId="{6EFC15DD-C99B-42E5-BEBD-91A3C27BB225}"/>
          </ac:spMkLst>
        </pc:spChg>
      </pc:sldChg>
    </pc:docChg>
  </pc:docChgLst>
  <pc:docChgLst>
    <pc:chgData name="Villanueva, Miguel (vill9577@vandals.uidaho.edu)" userId="998d1e7a-b7be-4c3f-965c-1a38dece3252" providerId="ADAL" clId="{E7440798-56F6-4C2E-9974-7696D0FB903D}"/>
    <pc:docChg chg="undo redo custSel modSld">
      <pc:chgData name="Villanueva, Miguel (vill9577@vandals.uidaho.edu)" userId="998d1e7a-b7be-4c3f-965c-1a38dece3252" providerId="ADAL" clId="{E7440798-56F6-4C2E-9974-7696D0FB903D}" dt="2021-10-07T23:29:04.607" v="2036" actId="20577"/>
      <pc:docMkLst>
        <pc:docMk/>
      </pc:docMkLst>
      <pc:sldChg chg="addSp delSp modSp mod">
        <pc:chgData name="Villanueva, Miguel (vill9577@vandals.uidaho.edu)" userId="998d1e7a-b7be-4c3f-965c-1a38dece3252" providerId="ADAL" clId="{E7440798-56F6-4C2E-9974-7696D0FB903D}" dt="2021-10-07T23:29:04.607" v="2036" actId="20577"/>
        <pc:sldMkLst>
          <pc:docMk/>
          <pc:sldMk cId="0" sldId="256"/>
        </pc:sldMkLst>
        <pc:spChg chg="del">
          <ac:chgData name="Villanueva, Miguel (vill9577@vandals.uidaho.edu)" userId="998d1e7a-b7be-4c3f-965c-1a38dece3252" providerId="ADAL" clId="{E7440798-56F6-4C2E-9974-7696D0FB903D}" dt="2021-10-07T04:45:36.986" v="636" actId="21"/>
          <ac:spMkLst>
            <pc:docMk/>
            <pc:sldMk cId="0" sldId="256"/>
            <ac:spMk id="2" creationId="{6A82C3B7-D75D-4F0A-9A9E-F7828A67511A}"/>
          </ac:spMkLst>
        </pc:spChg>
        <pc:spChg chg="mod">
          <ac:chgData name="Villanueva, Miguel (vill9577@vandals.uidaho.edu)" userId="998d1e7a-b7be-4c3f-965c-1a38dece3252" providerId="ADAL" clId="{E7440798-56F6-4C2E-9974-7696D0FB903D}" dt="2021-10-07T16:46:41.541" v="1035" actId="20577"/>
          <ac:spMkLst>
            <pc:docMk/>
            <pc:sldMk cId="0" sldId="256"/>
            <ac:spMk id="13" creationId="{00000000-0000-0000-0000-000000000000}"/>
          </ac:spMkLst>
        </pc:spChg>
        <pc:spChg chg="mod">
          <ac:chgData name="Villanueva, Miguel (vill9577@vandals.uidaho.edu)" userId="998d1e7a-b7be-4c3f-965c-1a38dece3252" providerId="ADAL" clId="{E7440798-56F6-4C2E-9974-7696D0FB903D}" dt="2021-10-07T23:29:04.607" v="2036" actId="20577"/>
          <ac:spMkLst>
            <pc:docMk/>
            <pc:sldMk cId="0" sldId="256"/>
            <ac:spMk id="14" creationId="{00000000-0000-0000-0000-000000000000}"/>
          </ac:spMkLst>
        </pc:spChg>
        <pc:graphicFrameChg chg="add del modGraphic">
          <ac:chgData name="Villanueva, Miguel (vill9577@vandals.uidaho.edu)" userId="998d1e7a-b7be-4c3f-965c-1a38dece3252" providerId="ADAL" clId="{E7440798-56F6-4C2E-9974-7696D0FB903D}" dt="2021-10-07T04:03:41.679" v="125" actId="3680"/>
          <ac:graphicFrameMkLst>
            <pc:docMk/>
            <pc:sldMk cId="0" sldId="256"/>
            <ac:graphicFrameMk id="2" creationId="{58A12F0A-6DCB-4A26-971A-370BFE40C684}"/>
          </ac:graphicFrameMkLst>
        </pc:graphicFrameChg>
        <pc:graphicFrameChg chg="add del mod modGraphic">
          <ac:chgData name="Villanueva, Miguel (vill9577@vandals.uidaho.edu)" userId="998d1e7a-b7be-4c3f-965c-1a38dece3252" providerId="ADAL" clId="{E7440798-56F6-4C2E-9974-7696D0FB903D}" dt="2021-10-07T04:05:27.746" v="189" actId="3680"/>
          <ac:graphicFrameMkLst>
            <pc:docMk/>
            <pc:sldMk cId="0" sldId="256"/>
            <ac:graphicFrameMk id="3" creationId="{B653CB6E-E21B-4CA7-9290-0B6090196850}"/>
          </ac:graphicFrameMkLst>
        </pc:graphicFrameChg>
        <pc:picChg chg="del">
          <ac:chgData name="Villanueva, Miguel (vill9577@vandals.uidaho.edu)" userId="998d1e7a-b7be-4c3f-965c-1a38dece3252" providerId="ADAL" clId="{E7440798-56F6-4C2E-9974-7696D0FB903D}" dt="2021-10-07T04:17:12.950" v="404" actId="21"/>
          <ac:picMkLst>
            <pc:docMk/>
            <pc:sldMk cId="0" sldId="256"/>
            <ac:picMk id="2" creationId="{14DF9B66-0DE8-4054-B981-8EEE1461F633}"/>
          </ac:picMkLst>
        </pc:picChg>
        <pc:picChg chg="mod modCrop">
          <ac:chgData name="Villanueva, Miguel (vill9577@vandals.uidaho.edu)" userId="998d1e7a-b7be-4c3f-965c-1a38dece3252" providerId="ADAL" clId="{E7440798-56F6-4C2E-9974-7696D0FB903D}" dt="2021-10-07T23:24:21.205" v="2022" actId="14100"/>
          <ac:picMkLst>
            <pc:docMk/>
            <pc:sldMk cId="0" sldId="256"/>
            <ac:picMk id="4" creationId="{64A5CC47-2D27-4D34-BBFC-C2094A7F8B42}"/>
          </ac:picMkLst>
        </pc:picChg>
        <pc:picChg chg="mod">
          <ac:chgData name="Villanueva, Miguel (vill9577@vandals.uidaho.edu)" userId="998d1e7a-b7be-4c3f-965c-1a38dece3252" providerId="ADAL" clId="{E7440798-56F6-4C2E-9974-7696D0FB903D}" dt="2021-10-07T23:21:55.455" v="2001" actId="14100"/>
          <ac:picMkLst>
            <pc:docMk/>
            <pc:sldMk cId="0" sldId="256"/>
            <ac:picMk id="5" creationId="{A2C16211-5738-4594-99F2-F0EB9BABBED9}"/>
          </ac:picMkLst>
        </pc:picChg>
        <pc:picChg chg="mod">
          <ac:chgData name="Villanueva, Miguel (vill9577@vandals.uidaho.edu)" userId="998d1e7a-b7be-4c3f-965c-1a38dece3252" providerId="ADAL" clId="{E7440798-56F6-4C2E-9974-7696D0FB903D}" dt="2021-10-07T23:22:03.496" v="2002" actId="1076"/>
          <ac:picMkLst>
            <pc:docMk/>
            <pc:sldMk cId="0" sldId="256"/>
            <ac:picMk id="6" creationId="{9E5E92D2-3897-4D5C-85CF-ACAF3333B1C2}"/>
          </ac:picMkLst>
        </pc:picChg>
        <pc:picChg chg="add mod">
          <ac:chgData name="Villanueva, Miguel (vill9577@vandals.uidaho.edu)" userId="998d1e7a-b7be-4c3f-965c-1a38dece3252" providerId="ADAL" clId="{E7440798-56F6-4C2E-9974-7696D0FB903D}" dt="2021-10-07T23:22:26.853" v="2007" actId="1076"/>
          <ac:picMkLst>
            <pc:docMk/>
            <pc:sldMk cId="0" sldId="256"/>
            <ac:picMk id="7" creationId="{D8C2AE7C-FFBB-4C39-9C51-B76AC8346410}"/>
          </ac:picMkLst>
        </pc:picChg>
        <pc:picChg chg="add mod">
          <ac:chgData name="Villanueva, Miguel (vill9577@vandals.uidaho.edu)" userId="998d1e7a-b7be-4c3f-965c-1a38dece3252" providerId="ADAL" clId="{E7440798-56F6-4C2E-9974-7696D0FB903D}" dt="2021-10-07T23:22:25.216" v="2006" actId="1076"/>
          <ac:picMkLst>
            <pc:docMk/>
            <pc:sldMk cId="0" sldId="256"/>
            <ac:picMk id="10" creationId="{A20FE73E-2190-4BD0-9021-EBE79F8227A8}"/>
          </ac:picMkLst>
        </pc:picChg>
        <pc:picChg chg="add mod">
          <ac:chgData name="Villanueva, Miguel (vill9577@vandals.uidaho.edu)" userId="998d1e7a-b7be-4c3f-965c-1a38dece3252" providerId="ADAL" clId="{E7440798-56F6-4C2E-9974-7696D0FB903D}" dt="2021-10-07T23:24:31.530" v="2023" actId="1076"/>
          <ac:picMkLst>
            <pc:docMk/>
            <pc:sldMk cId="0" sldId="256"/>
            <ac:picMk id="15" creationId="{690FD1D7-76A9-4124-8089-4B34F44DAEAF}"/>
          </ac:picMkLst>
        </pc:picChg>
        <pc:picChg chg="add mod modCrop">
          <ac:chgData name="Villanueva, Miguel (vill9577@vandals.uidaho.edu)" userId="998d1e7a-b7be-4c3f-965c-1a38dece3252" providerId="ADAL" clId="{E7440798-56F6-4C2E-9974-7696D0FB903D}" dt="2021-10-07T23:23:41.319" v="2017" actId="1076"/>
          <ac:picMkLst>
            <pc:docMk/>
            <pc:sldMk cId="0" sldId="256"/>
            <ac:picMk id="17" creationId="{4AC15F2A-DE06-42F0-8CC8-324E0A49E1F2}"/>
          </ac:picMkLst>
        </pc:picChg>
        <pc:picChg chg="add del mod">
          <ac:chgData name="Villanueva, Miguel (vill9577@vandals.uidaho.edu)" userId="998d1e7a-b7be-4c3f-965c-1a38dece3252" providerId="ADAL" clId="{E7440798-56F6-4C2E-9974-7696D0FB903D}" dt="2021-10-07T04:15:28.681" v="403"/>
          <ac:picMkLst>
            <pc:docMk/>
            <pc:sldMk cId="0" sldId="256"/>
            <ac:picMk id="1026" creationId="{84A2B986-BF0F-4EBB-B1E1-0A7007E4495D}"/>
          </ac:picMkLst>
        </pc:picChg>
        <pc:picChg chg="add del mod">
          <ac:chgData name="Villanueva, Miguel (vill9577@vandals.uidaho.edu)" userId="998d1e7a-b7be-4c3f-965c-1a38dece3252" providerId="ADAL" clId="{E7440798-56F6-4C2E-9974-7696D0FB903D}" dt="2021-10-07T23:23:04.735" v="2012" actId="1076"/>
          <ac:picMkLst>
            <pc:docMk/>
            <pc:sldMk cId="0" sldId="256"/>
            <ac:picMk id="1028" creationId="{65FB539A-7B1D-454B-9D9C-F58672CA1498}"/>
          </ac:picMkLst>
        </pc:picChg>
        <pc:cxnChg chg="add del">
          <ac:chgData name="Villanueva, Miguel (vill9577@vandals.uidaho.edu)" userId="998d1e7a-b7be-4c3f-965c-1a38dece3252" providerId="ADAL" clId="{E7440798-56F6-4C2E-9974-7696D0FB903D}" dt="2021-10-07T23:19:30.999" v="1967" actId="11529"/>
          <ac:cxnSpMkLst>
            <pc:docMk/>
            <pc:sldMk cId="0" sldId="256"/>
            <ac:cxnSpMk id="3" creationId="{DE99E991-EBCD-471B-BC2D-1A6D3D31B8E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57650" cy="354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303838" y="0"/>
            <a:ext cx="4057650" cy="354013"/>
          </a:xfrm>
          <a:prstGeom prst="rect">
            <a:avLst/>
          </a:prstGeom>
        </p:spPr>
        <p:txBody>
          <a:bodyPr vert="horz" lIns="91440" tIns="45720" rIns="91440" bIns="45720" rtlCol="0"/>
          <a:lstStyle>
            <a:lvl1pPr algn="r">
              <a:defRPr sz="1200"/>
            </a:lvl1pPr>
          </a:lstStyle>
          <a:p>
            <a:fld id="{6CB38BBC-CD05-4942-B285-601A11C20BCE}" type="datetimeFigureOut">
              <a:rPr lang="en-US" smtClean="0"/>
              <a:pPr/>
              <a:t>10/7/2021</a:t>
            </a:fld>
            <a:endParaRPr lang="en-US"/>
          </a:p>
        </p:txBody>
      </p:sp>
      <p:sp>
        <p:nvSpPr>
          <p:cNvPr id="4" name="Footer Placeholder 3"/>
          <p:cNvSpPr>
            <a:spLocks noGrp="1"/>
          </p:cNvSpPr>
          <p:nvPr>
            <p:ph type="ftr" sz="quarter" idx="2"/>
          </p:nvPr>
        </p:nvSpPr>
        <p:spPr>
          <a:xfrm>
            <a:off x="0" y="6721475"/>
            <a:ext cx="4057650" cy="35401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303838" y="6721475"/>
            <a:ext cx="4057650" cy="354013"/>
          </a:xfrm>
          <a:prstGeom prst="rect">
            <a:avLst/>
          </a:prstGeom>
        </p:spPr>
        <p:txBody>
          <a:bodyPr vert="horz" lIns="91440" tIns="45720" rIns="91440" bIns="45720" rtlCol="0" anchor="b"/>
          <a:lstStyle>
            <a:lvl1pPr algn="r">
              <a:defRPr sz="1200"/>
            </a:lvl1pPr>
          </a:lstStyle>
          <a:p>
            <a:fld id="{F525AB5A-C786-448B-AD47-5AA3C221C843}" type="slidenum">
              <a:rPr lang="en-US" smtClean="0"/>
              <a:pPr/>
              <a:t>‹#›</a:t>
            </a:fld>
            <a:endParaRPr lang="en-US"/>
          </a:p>
        </p:txBody>
      </p:sp>
    </p:spTree>
    <p:extLst>
      <p:ext uri="{BB962C8B-B14F-4D97-AF65-F5344CB8AC3E}">
        <p14:creationId xmlns:p14="http://schemas.microsoft.com/office/powerpoint/2010/main" val="383691993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17520" y="9657930"/>
            <a:ext cx="34198560" cy="6664113"/>
          </a:xfrm>
        </p:spPr>
        <p:txBody>
          <a:bodyPr/>
          <a:lstStyle/>
          <a:p>
            <a:r>
              <a:rPr lang="en-US"/>
              <a:t>Click to edit Master title style</a:t>
            </a:r>
          </a:p>
        </p:txBody>
      </p:sp>
      <p:sp>
        <p:nvSpPr>
          <p:cNvPr id="3" name="Subtitle 2"/>
          <p:cNvSpPr>
            <a:spLocks noGrp="1"/>
          </p:cNvSpPr>
          <p:nvPr>
            <p:ph type="subTitle" idx="1"/>
          </p:nvPr>
        </p:nvSpPr>
        <p:spPr>
          <a:xfrm>
            <a:off x="6035040" y="17617440"/>
            <a:ext cx="28163520" cy="7945120"/>
          </a:xfrm>
        </p:spPr>
        <p:txBody>
          <a:bodyPr/>
          <a:lstStyle>
            <a:lvl1pPr marL="0" indent="0" algn="ctr">
              <a:buNone/>
              <a:defRPr>
                <a:solidFill>
                  <a:schemeClr val="tx1">
                    <a:tint val="75000"/>
                  </a:schemeClr>
                </a:solidFill>
              </a:defRPr>
            </a:lvl1pPr>
            <a:lvl2pPr marL="2037734" indent="0" algn="ctr">
              <a:buNone/>
              <a:defRPr>
                <a:solidFill>
                  <a:schemeClr val="tx1">
                    <a:tint val="75000"/>
                  </a:schemeClr>
                </a:solidFill>
              </a:defRPr>
            </a:lvl2pPr>
            <a:lvl3pPr marL="4075467" indent="0" algn="ctr">
              <a:buNone/>
              <a:defRPr>
                <a:solidFill>
                  <a:schemeClr val="tx1">
                    <a:tint val="75000"/>
                  </a:schemeClr>
                </a:solidFill>
              </a:defRPr>
            </a:lvl3pPr>
            <a:lvl4pPr marL="6113201" indent="0" algn="ctr">
              <a:buNone/>
              <a:defRPr>
                <a:solidFill>
                  <a:schemeClr val="tx1">
                    <a:tint val="75000"/>
                  </a:schemeClr>
                </a:solidFill>
              </a:defRPr>
            </a:lvl4pPr>
            <a:lvl5pPr marL="8150934" indent="0" algn="ctr">
              <a:buNone/>
              <a:defRPr>
                <a:solidFill>
                  <a:schemeClr val="tx1">
                    <a:tint val="75000"/>
                  </a:schemeClr>
                </a:solidFill>
              </a:defRPr>
            </a:lvl5pPr>
            <a:lvl6pPr marL="10188668" indent="0" algn="ctr">
              <a:buNone/>
              <a:defRPr>
                <a:solidFill>
                  <a:schemeClr val="tx1">
                    <a:tint val="75000"/>
                  </a:schemeClr>
                </a:solidFill>
              </a:defRPr>
            </a:lvl6pPr>
            <a:lvl7pPr marL="12226401" indent="0" algn="ctr">
              <a:buNone/>
              <a:defRPr>
                <a:solidFill>
                  <a:schemeClr val="tx1">
                    <a:tint val="75000"/>
                  </a:schemeClr>
                </a:solidFill>
              </a:defRPr>
            </a:lvl7pPr>
            <a:lvl8pPr marL="14264135" indent="0" algn="ctr">
              <a:buNone/>
              <a:defRPr>
                <a:solidFill>
                  <a:schemeClr val="tx1">
                    <a:tint val="75000"/>
                  </a:schemeClr>
                </a:solidFill>
              </a:defRPr>
            </a:lvl8pPr>
            <a:lvl9pPr marL="1630186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BA2F382-FDEF-4EB8-B652-D5554A2132B9}" type="datetimeFigureOut">
              <a:rPr lang="en-US" smtClean="0"/>
              <a:pPr/>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A2F382-FDEF-4EB8-B652-D5554A2132B9}" type="datetimeFigureOut">
              <a:rPr lang="en-US" smtClean="0"/>
              <a:pPr/>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78177" y="19977950"/>
            <a:ext cx="34198560" cy="6174740"/>
          </a:xfrm>
        </p:spPr>
        <p:txBody>
          <a:bodyPr anchor="t"/>
          <a:lstStyle>
            <a:lvl1pPr algn="l">
              <a:defRPr sz="17800" b="1" cap="all"/>
            </a:lvl1pPr>
          </a:lstStyle>
          <a:p>
            <a:r>
              <a:rPr lang="en-US"/>
              <a:t>Click to edit Master title style</a:t>
            </a:r>
          </a:p>
        </p:txBody>
      </p:sp>
      <p:sp>
        <p:nvSpPr>
          <p:cNvPr id="3" name="Text Placeholder 2"/>
          <p:cNvSpPr>
            <a:spLocks noGrp="1"/>
          </p:cNvSpPr>
          <p:nvPr>
            <p:ph type="body" idx="1"/>
          </p:nvPr>
        </p:nvSpPr>
        <p:spPr>
          <a:xfrm>
            <a:off x="3178177" y="13177101"/>
            <a:ext cx="34198560" cy="6800847"/>
          </a:xfrm>
        </p:spPr>
        <p:txBody>
          <a:bodyPr anchor="b"/>
          <a:lstStyle>
            <a:lvl1pPr marL="0" indent="0">
              <a:buNone/>
              <a:defRPr sz="9000">
                <a:solidFill>
                  <a:schemeClr val="tx1">
                    <a:tint val="75000"/>
                  </a:schemeClr>
                </a:solidFill>
              </a:defRPr>
            </a:lvl1pPr>
            <a:lvl2pPr marL="2037734" indent="0">
              <a:buNone/>
              <a:defRPr sz="8100">
                <a:solidFill>
                  <a:schemeClr val="tx1">
                    <a:tint val="75000"/>
                  </a:schemeClr>
                </a:solidFill>
              </a:defRPr>
            </a:lvl2pPr>
            <a:lvl3pPr marL="4075467" indent="0">
              <a:buNone/>
              <a:defRPr sz="7100">
                <a:solidFill>
                  <a:schemeClr val="tx1">
                    <a:tint val="75000"/>
                  </a:schemeClr>
                </a:solidFill>
              </a:defRPr>
            </a:lvl3pPr>
            <a:lvl4pPr marL="6113201" indent="0">
              <a:buNone/>
              <a:defRPr sz="6200">
                <a:solidFill>
                  <a:schemeClr val="tx1">
                    <a:tint val="75000"/>
                  </a:schemeClr>
                </a:solidFill>
              </a:defRPr>
            </a:lvl4pPr>
            <a:lvl5pPr marL="8150934" indent="0">
              <a:buNone/>
              <a:defRPr sz="6200">
                <a:solidFill>
                  <a:schemeClr val="tx1">
                    <a:tint val="75000"/>
                  </a:schemeClr>
                </a:solidFill>
              </a:defRPr>
            </a:lvl5pPr>
            <a:lvl6pPr marL="10188668" indent="0">
              <a:buNone/>
              <a:defRPr sz="6200">
                <a:solidFill>
                  <a:schemeClr val="tx1">
                    <a:tint val="75000"/>
                  </a:schemeClr>
                </a:solidFill>
              </a:defRPr>
            </a:lvl6pPr>
            <a:lvl7pPr marL="12226401" indent="0">
              <a:buNone/>
              <a:defRPr sz="6200">
                <a:solidFill>
                  <a:schemeClr val="tx1">
                    <a:tint val="75000"/>
                  </a:schemeClr>
                </a:solidFill>
              </a:defRPr>
            </a:lvl7pPr>
            <a:lvl8pPr marL="14264135" indent="0">
              <a:buNone/>
              <a:defRPr sz="6200">
                <a:solidFill>
                  <a:schemeClr val="tx1">
                    <a:tint val="75000"/>
                  </a:schemeClr>
                </a:solidFill>
              </a:defRPr>
            </a:lvl8pPr>
            <a:lvl9pPr marL="16301868" indent="0">
              <a:buNone/>
              <a:defRPr sz="6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A2F382-FDEF-4EB8-B652-D5554A2132B9}" type="datetimeFigureOut">
              <a:rPr lang="en-US" smtClean="0"/>
              <a:pPr/>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011680" y="7254241"/>
            <a:ext cx="17769840" cy="20517700"/>
          </a:xfrm>
        </p:spPr>
        <p:txBody>
          <a:bodyPr/>
          <a:lstStyle>
            <a:lvl1pPr>
              <a:defRPr sz="12400"/>
            </a:lvl1pPr>
            <a:lvl2pPr>
              <a:defRPr sz="10700"/>
            </a:lvl2pPr>
            <a:lvl3pPr>
              <a:defRPr sz="9000"/>
            </a:lvl3pPr>
            <a:lvl4pPr>
              <a:defRPr sz="8100"/>
            </a:lvl4pPr>
            <a:lvl5pPr>
              <a:defRPr sz="8100"/>
            </a:lvl5pPr>
            <a:lvl6pPr>
              <a:defRPr sz="8100"/>
            </a:lvl6pPr>
            <a:lvl7pPr>
              <a:defRPr sz="8100"/>
            </a:lvl7pPr>
            <a:lvl8pPr>
              <a:defRPr sz="8100"/>
            </a:lvl8pPr>
            <a:lvl9pPr>
              <a:defRPr sz="8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0452080" y="7254241"/>
            <a:ext cx="17769840" cy="20517700"/>
          </a:xfrm>
        </p:spPr>
        <p:txBody>
          <a:bodyPr/>
          <a:lstStyle>
            <a:lvl1pPr>
              <a:defRPr sz="12400"/>
            </a:lvl1pPr>
            <a:lvl2pPr>
              <a:defRPr sz="10700"/>
            </a:lvl2pPr>
            <a:lvl3pPr>
              <a:defRPr sz="9000"/>
            </a:lvl3pPr>
            <a:lvl4pPr>
              <a:defRPr sz="8100"/>
            </a:lvl4pPr>
            <a:lvl5pPr>
              <a:defRPr sz="8100"/>
            </a:lvl5pPr>
            <a:lvl6pPr>
              <a:defRPr sz="8100"/>
            </a:lvl6pPr>
            <a:lvl7pPr>
              <a:defRPr sz="8100"/>
            </a:lvl7pPr>
            <a:lvl8pPr>
              <a:defRPr sz="8100"/>
            </a:lvl8pPr>
            <a:lvl9pPr>
              <a:defRPr sz="8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BA2F382-FDEF-4EB8-B652-D5554A2132B9}" type="datetimeFigureOut">
              <a:rPr lang="en-US" smtClean="0"/>
              <a:pPr/>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011680" y="6959179"/>
            <a:ext cx="17776827" cy="2900254"/>
          </a:xfrm>
        </p:spPr>
        <p:txBody>
          <a:bodyPr anchor="b"/>
          <a:lstStyle>
            <a:lvl1pPr marL="0" indent="0">
              <a:buNone/>
              <a:defRPr sz="10700" b="1"/>
            </a:lvl1pPr>
            <a:lvl2pPr marL="2037734" indent="0">
              <a:buNone/>
              <a:defRPr sz="9000" b="1"/>
            </a:lvl2pPr>
            <a:lvl3pPr marL="4075467" indent="0">
              <a:buNone/>
              <a:defRPr sz="8100" b="1"/>
            </a:lvl3pPr>
            <a:lvl4pPr marL="6113201" indent="0">
              <a:buNone/>
              <a:defRPr sz="7100" b="1"/>
            </a:lvl4pPr>
            <a:lvl5pPr marL="8150934" indent="0">
              <a:buNone/>
              <a:defRPr sz="7100" b="1"/>
            </a:lvl5pPr>
            <a:lvl6pPr marL="10188668" indent="0">
              <a:buNone/>
              <a:defRPr sz="7100" b="1"/>
            </a:lvl6pPr>
            <a:lvl7pPr marL="12226401" indent="0">
              <a:buNone/>
              <a:defRPr sz="7100" b="1"/>
            </a:lvl7pPr>
            <a:lvl8pPr marL="14264135" indent="0">
              <a:buNone/>
              <a:defRPr sz="7100" b="1"/>
            </a:lvl8pPr>
            <a:lvl9pPr marL="16301868" indent="0">
              <a:buNone/>
              <a:defRPr sz="7100" b="1"/>
            </a:lvl9pPr>
          </a:lstStyle>
          <a:p>
            <a:pPr lvl="0"/>
            <a:r>
              <a:rPr lang="en-US"/>
              <a:t>Click to edit Master text styles</a:t>
            </a:r>
          </a:p>
        </p:txBody>
      </p:sp>
      <p:sp>
        <p:nvSpPr>
          <p:cNvPr id="4" name="Content Placeholder 3"/>
          <p:cNvSpPr>
            <a:spLocks noGrp="1"/>
          </p:cNvSpPr>
          <p:nvPr>
            <p:ph sz="half" idx="2"/>
          </p:nvPr>
        </p:nvSpPr>
        <p:spPr>
          <a:xfrm>
            <a:off x="2011680" y="9859433"/>
            <a:ext cx="17776827" cy="17912506"/>
          </a:xfrm>
        </p:spPr>
        <p:txBody>
          <a:bodyPr/>
          <a:lstStyle>
            <a:lvl1pPr>
              <a:defRPr sz="10700"/>
            </a:lvl1pPr>
            <a:lvl2pPr>
              <a:defRPr sz="9000"/>
            </a:lvl2pPr>
            <a:lvl3pPr>
              <a:defRPr sz="8100"/>
            </a:lvl3pPr>
            <a:lvl4pPr>
              <a:defRPr sz="7100"/>
            </a:lvl4pPr>
            <a:lvl5pPr>
              <a:defRPr sz="7100"/>
            </a:lvl5pPr>
            <a:lvl6pPr>
              <a:defRPr sz="7100"/>
            </a:lvl6pPr>
            <a:lvl7pPr>
              <a:defRPr sz="7100"/>
            </a:lvl7pPr>
            <a:lvl8pPr>
              <a:defRPr sz="7100"/>
            </a:lvl8pPr>
            <a:lvl9pPr>
              <a:defRPr sz="7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0438114" y="6959179"/>
            <a:ext cx="17783810" cy="2900254"/>
          </a:xfrm>
        </p:spPr>
        <p:txBody>
          <a:bodyPr anchor="b"/>
          <a:lstStyle>
            <a:lvl1pPr marL="0" indent="0">
              <a:buNone/>
              <a:defRPr sz="10700" b="1"/>
            </a:lvl1pPr>
            <a:lvl2pPr marL="2037734" indent="0">
              <a:buNone/>
              <a:defRPr sz="9000" b="1"/>
            </a:lvl2pPr>
            <a:lvl3pPr marL="4075467" indent="0">
              <a:buNone/>
              <a:defRPr sz="8100" b="1"/>
            </a:lvl3pPr>
            <a:lvl4pPr marL="6113201" indent="0">
              <a:buNone/>
              <a:defRPr sz="7100" b="1"/>
            </a:lvl4pPr>
            <a:lvl5pPr marL="8150934" indent="0">
              <a:buNone/>
              <a:defRPr sz="7100" b="1"/>
            </a:lvl5pPr>
            <a:lvl6pPr marL="10188668" indent="0">
              <a:buNone/>
              <a:defRPr sz="7100" b="1"/>
            </a:lvl6pPr>
            <a:lvl7pPr marL="12226401" indent="0">
              <a:buNone/>
              <a:defRPr sz="7100" b="1"/>
            </a:lvl7pPr>
            <a:lvl8pPr marL="14264135" indent="0">
              <a:buNone/>
              <a:defRPr sz="7100" b="1"/>
            </a:lvl8pPr>
            <a:lvl9pPr marL="16301868" indent="0">
              <a:buNone/>
              <a:defRPr sz="7100" b="1"/>
            </a:lvl9pPr>
          </a:lstStyle>
          <a:p>
            <a:pPr lvl="0"/>
            <a:r>
              <a:rPr lang="en-US"/>
              <a:t>Click to edit Master text styles</a:t>
            </a:r>
          </a:p>
        </p:txBody>
      </p:sp>
      <p:sp>
        <p:nvSpPr>
          <p:cNvPr id="6" name="Content Placeholder 5"/>
          <p:cNvSpPr>
            <a:spLocks noGrp="1"/>
          </p:cNvSpPr>
          <p:nvPr>
            <p:ph sz="quarter" idx="4"/>
          </p:nvPr>
        </p:nvSpPr>
        <p:spPr>
          <a:xfrm>
            <a:off x="20438114" y="9859433"/>
            <a:ext cx="17783810" cy="17912506"/>
          </a:xfrm>
        </p:spPr>
        <p:txBody>
          <a:bodyPr/>
          <a:lstStyle>
            <a:lvl1pPr>
              <a:defRPr sz="10700"/>
            </a:lvl1pPr>
            <a:lvl2pPr>
              <a:defRPr sz="9000"/>
            </a:lvl2pPr>
            <a:lvl3pPr>
              <a:defRPr sz="8100"/>
            </a:lvl3pPr>
            <a:lvl4pPr>
              <a:defRPr sz="7100"/>
            </a:lvl4pPr>
            <a:lvl5pPr>
              <a:defRPr sz="7100"/>
            </a:lvl5pPr>
            <a:lvl6pPr>
              <a:defRPr sz="7100"/>
            </a:lvl6pPr>
            <a:lvl7pPr>
              <a:defRPr sz="7100"/>
            </a:lvl7pPr>
            <a:lvl8pPr>
              <a:defRPr sz="7100"/>
            </a:lvl8pPr>
            <a:lvl9pPr>
              <a:defRPr sz="7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BA2F382-FDEF-4EB8-B652-D5554A2132B9}" type="datetimeFigureOut">
              <a:rPr lang="en-US" smtClean="0"/>
              <a:pPr/>
              <a:t>10/7/2021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BA2F382-FDEF-4EB8-B652-D5554A2132B9}" type="datetimeFigureOut">
              <a:rPr lang="en-US" smtClean="0"/>
              <a:pPr/>
              <a:t>10/7/2021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A2F382-FDEF-4EB8-B652-D5554A2132B9}" type="datetimeFigureOut">
              <a:rPr lang="en-US" smtClean="0"/>
              <a:pPr/>
              <a:t>10/7/2021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1684" y="1237827"/>
            <a:ext cx="13236577" cy="5267960"/>
          </a:xfrm>
        </p:spPr>
        <p:txBody>
          <a:bodyPr anchor="b"/>
          <a:lstStyle>
            <a:lvl1pPr algn="l">
              <a:defRPr sz="9000" b="1"/>
            </a:lvl1pPr>
          </a:lstStyle>
          <a:p>
            <a:r>
              <a:rPr lang="en-US"/>
              <a:t>Click to edit Master title style</a:t>
            </a:r>
          </a:p>
        </p:txBody>
      </p:sp>
      <p:sp>
        <p:nvSpPr>
          <p:cNvPr id="3" name="Content Placeholder 2"/>
          <p:cNvSpPr>
            <a:spLocks noGrp="1"/>
          </p:cNvSpPr>
          <p:nvPr>
            <p:ph idx="1"/>
          </p:nvPr>
        </p:nvSpPr>
        <p:spPr>
          <a:xfrm>
            <a:off x="15730220" y="1237828"/>
            <a:ext cx="22491700" cy="26534113"/>
          </a:xfrm>
        </p:spPr>
        <p:txBody>
          <a:bodyPr/>
          <a:lstStyle>
            <a:lvl1pPr>
              <a:defRPr sz="14300"/>
            </a:lvl1pPr>
            <a:lvl2pPr>
              <a:defRPr sz="12400"/>
            </a:lvl2pPr>
            <a:lvl3pPr>
              <a:defRPr sz="10700"/>
            </a:lvl3pPr>
            <a:lvl4pPr>
              <a:defRPr sz="9000"/>
            </a:lvl4pPr>
            <a:lvl5pPr>
              <a:defRPr sz="9000"/>
            </a:lvl5pPr>
            <a:lvl6pPr>
              <a:defRPr sz="9000"/>
            </a:lvl6pPr>
            <a:lvl7pPr>
              <a:defRPr sz="9000"/>
            </a:lvl7pPr>
            <a:lvl8pPr>
              <a:defRPr sz="9000"/>
            </a:lvl8pPr>
            <a:lvl9pPr>
              <a:defRPr sz="9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011684" y="6505788"/>
            <a:ext cx="13236577" cy="21266153"/>
          </a:xfrm>
        </p:spPr>
        <p:txBody>
          <a:bodyPr/>
          <a:lstStyle>
            <a:lvl1pPr marL="0" indent="0">
              <a:buNone/>
              <a:defRPr sz="6200"/>
            </a:lvl1pPr>
            <a:lvl2pPr marL="2037734" indent="0">
              <a:buNone/>
              <a:defRPr sz="5300"/>
            </a:lvl2pPr>
            <a:lvl3pPr marL="4075467" indent="0">
              <a:buNone/>
              <a:defRPr sz="4500"/>
            </a:lvl3pPr>
            <a:lvl4pPr marL="6113201" indent="0">
              <a:buNone/>
              <a:defRPr sz="4000"/>
            </a:lvl4pPr>
            <a:lvl5pPr marL="8150934" indent="0">
              <a:buNone/>
              <a:defRPr sz="4000"/>
            </a:lvl5pPr>
            <a:lvl6pPr marL="10188668" indent="0">
              <a:buNone/>
              <a:defRPr sz="4000"/>
            </a:lvl6pPr>
            <a:lvl7pPr marL="12226401" indent="0">
              <a:buNone/>
              <a:defRPr sz="4000"/>
            </a:lvl7pPr>
            <a:lvl8pPr marL="14264135" indent="0">
              <a:buNone/>
              <a:defRPr sz="4000"/>
            </a:lvl8pPr>
            <a:lvl9pPr marL="16301868"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0BA2F382-FDEF-4EB8-B652-D5554A2132B9}" type="datetimeFigureOut">
              <a:rPr lang="en-US" smtClean="0"/>
              <a:pPr/>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886067" y="21762720"/>
            <a:ext cx="24140160" cy="2569213"/>
          </a:xfrm>
        </p:spPr>
        <p:txBody>
          <a:bodyPr anchor="b"/>
          <a:lstStyle>
            <a:lvl1pPr algn="l">
              <a:defRPr sz="9000" b="1"/>
            </a:lvl1pPr>
          </a:lstStyle>
          <a:p>
            <a:r>
              <a:rPr lang="en-US"/>
              <a:t>Click to edit Master title style</a:t>
            </a:r>
          </a:p>
        </p:txBody>
      </p:sp>
      <p:sp>
        <p:nvSpPr>
          <p:cNvPr id="3" name="Picture Placeholder 2"/>
          <p:cNvSpPr>
            <a:spLocks noGrp="1"/>
          </p:cNvSpPr>
          <p:nvPr>
            <p:ph type="pic" idx="1"/>
          </p:nvPr>
        </p:nvSpPr>
        <p:spPr>
          <a:xfrm>
            <a:off x="7886067" y="2777913"/>
            <a:ext cx="24140160" cy="18653760"/>
          </a:xfrm>
        </p:spPr>
        <p:txBody>
          <a:bodyPr/>
          <a:lstStyle>
            <a:lvl1pPr marL="0" indent="0">
              <a:buNone/>
              <a:defRPr sz="14300"/>
            </a:lvl1pPr>
            <a:lvl2pPr marL="2037734" indent="0">
              <a:buNone/>
              <a:defRPr sz="12400"/>
            </a:lvl2pPr>
            <a:lvl3pPr marL="4075467" indent="0">
              <a:buNone/>
              <a:defRPr sz="10700"/>
            </a:lvl3pPr>
            <a:lvl4pPr marL="6113201" indent="0">
              <a:buNone/>
              <a:defRPr sz="9000"/>
            </a:lvl4pPr>
            <a:lvl5pPr marL="8150934" indent="0">
              <a:buNone/>
              <a:defRPr sz="9000"/>
            </a:lvl5pPr>
            <a:lvl6pPr marL="10188668" indent="0">
              <a:buNone/>
              <a:defRPr sz="9000"/>
            </a:lvl6pPr>
            <a:lvl7pPr marL="12226401" indent="0">
              <a:buNone/>
              <a:defRPr sz="9000"/>
            </a:lvl7pPr>
            <a:lvl8pPr marL="14264135" indent="0">
              <a:buNone/>
              <a:defRPr sz="9000"/>
            </a:lvl8pPr>
            <a:lvl9pPr marL="16301868" indent="0">
              <a:buNone/>
              <a:defRPr sz="9000"/>
            </a:lvl9pPr>
          </a:lstStyle>
          <a:p>
            <a:endParaRPr lang="en-US"/>
          </a:p>
        </p:txBody>
      </p:sp>
      <p:sp>
        <p:nvSpPr>
          <p:cNvPr id="4" name="Text Placeholder 3"/>
          <p:cNvSpPr>
            <a:spLocks noGrp="1"/>
          </p:cNvSpPr>
          <p:nvPr>
            <p:ph type="body" sz="half" idx="2"/>
          </p:nvPr>
        </p:nvSpPr>
        <p:spPr>
          <a:xfrm>
            <a:off x="7886067" y="24331933"/>
            <a:ext cx="24140160" cy="3648707"/>
          </a:xfrm>
        </p:spPr>
        <p:txBody>
          <a:bodyPr/>
          <a:lstStyle>
            <a:lvl1pPr marL="0" indent="0">
              <a:buNone/>
              <a:defRPr sz="6200"/>
            </a:lvl1pPr>
            <a:lvl2pPr marL="2037734" indent="0">
              <a:buNone/>
              <a:defRPr sz="5300"/>
            </a:lvl2pPr>
            <a:lvl3pPr marL="4075467" indent="0">
              <a:buNone/>
              <a:defRPr sz="4500"/>
            </a:lvl3pPr>
            <a:lvl4pPr marL="6113201" indent="0">
              <a:buNone/>
              <a:defRPr sz="4000"/>
            </a:lvl4pPr>
            <a:lvl5pPr marL="8150934" indent="0">
              <a:buNone/>
              <a:defRPr sz="4000"/>
            </a:lvl5pPr>
            <a:lvl6pPr marL="10188668" indent="0">
              <a:buNone/>
              <a:defRPr sz="4000"/>
            </a:lvl6pPr>
            <a:lvl7pPr marL="12226401" indent="0">
              <a:buNone/>
              <a:defRPr sz="4000"/>
            </a:lvl7pPr>
            <a:lvl8pPr marL="14264135" indent="0">
              <a:buNone/>
              <a:defRPr sz="4000"/>
            </a:lvl8pPr>
            <a:lvl9pPr marL="16301868" indent="0">
              <a:buNone/>
              <a:defRPr sz="4000"/>
            </a:lvl9pPr>
          </a:lstStyle>
          <a:p>
            <a:pPr lvl="0"/>
            <a:r>
              <a:rPr lang="en-US"/>
              <a:t>Click to edit Master text styles</a:t>
            </a:r>
          </a:p>
        </p:txBody>
      </p:sp>
      <p:sp>
        <p:nvSpPr>
          <p:cNvPr id="5" name="Date Placeholder 4"/>
          <p:cNvSpPr>
            <a:spLocks noGrp="1"/>
          </p:cNvSpPr>
          <p:nvPr>
            <p:ph type="dt" sz="half" idx="10"/>
          </p:nvPr>
        </p:nvSpPr>
        <p:spPr/>
        <p:txBody>
          <a:bodyPr/>
          <a:lstStyle/>
          <a:p>
            <a:fld id="{0BA2F382-FDEF-4EB8-B652-D5554A2132B9}" type="datetimeFigureOut">
              <a:rPr lang="en-US" smtClean="0"/>
              <a:pPr/>
              <a:t>10/7/2021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A2F382-FDEF-4EB8-B652-D5554A2132B9}" type="datetimeFigureOut">
              <a:rPr lang="en-US" smtClean="0"/>
              <a:pPr/>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9169360" y="1245028"/>
            <a:ext cx="9052560" cy="265269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11680" y="1245028"/>
            <a:ext cx="26487120" cy="26526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BA2F382-FDEF-4EB8-B652-D5554A2132B9}" type="datetimeFigureOut">
              <a:rPr lang="en-US" smtClean="0"/>
              <a:pPr/>
              <a:t>10/7/2021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DA4E88E-F71B-45B7-849E-D8E46ECDDAB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11680" y="1245026"/>
            <a:ext cx="36210240" cy="5181600"/>
          </a:xfrm>
          <a:prstGeom prst="rect">
            <a:avLst/>
          </a:prstGeom>
        </p:spPr>
        <p:txBody>
          <a:bodyPr vert="horz" lIns="407546" tIns="203773" rIns="407546" bIns="203773" rtlCol="0" anchor="ctr">
            <a:normAutofit/>
          </a:bodyPr>
          <a:lstStyle/>
          <a:p>
            <a:r>
              <a:rPr lang="en-US"/>
              <a:t>Click to edit Master title style</a:t>
            </a:r>
          </a:p>
        </p:txBody>
      </p:sp>
      <p:sp>
        <p:nvSpPr>
          <p:cNvPr id="3" name="Text Placeholder 2"/>
          <p:cNvSpPr>
            <a:spLocks noGrp="1"/>
          </p:cNvSpPr>
          <p:nvPr>
            <p:ph type="body" idx="1"/>
          </p:nvPr>
        </p:nvSpPr>
        <p:spPr>
          <a:xfrm>
            <a:off x="2011680" y="7254241"/>
            <a:ext cx="36210240" cy="20517700"/>
          </a:xfrm>
          <a:prstGeom prst="rect">
            <a:avLst/>
          </a:prstGeom>
        </p:spPr>
        <p:txBody>
          <a:bodyPr vert="horz" lIns="407546" tIns="203773" rIns="407546" bIns="20377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011680" y="28815456"/>
            <a:ext cx="9387840" cy="1655233"/>
          </a:xfrm>
          <a:prstGeom prst="rect">
            <a:avLst/>
          </a:prstGeom>
        </p:spPr>
        <p:txBody>
          <a:bodyPr vert="horz" lIns="407546" tIns="203773" rIns="407546" bIns="203773" rtlCol="0" anchor="ctr"/>
          <a:lstStyle>
            <a:lvl1pPr algn="l">
              <a:defRPr sz="5300">
                <a:solidFill>
                  <a:schemeClr val="tx1">
                    <a:tint val="75000"/>
                  </a:schemeClr>
                </a:solidFill>
              </a:defRPr>
            </a:lvl1pPr>
          </a:lstStyle>
          <a:p>
            <a:fld id="{0BA2F382-FDEF-4EB8-B652-D5554A2132B9}" type="datetimeFigureOut">
              <a:rPr lang="en-US" smtClean="0"/>
              <a:pPr/>
              <a:t>10/7/2021</a:t>
            </a:fld>
            <a:endParaRPr lang="en-US"/>
          </a:p>
        </p:txBody>
      </p:sp>
      <p:sp>
        <p:nvSpPr>
          <p:cNvPr id="5" name="Footer Placeholder 4"/>
          <p:cNvSpPr>
            <a:spLocks noGrp="1"/>
          </p:cNvSpPr>
          <p:nvPr>
            <p:ph type="ftr" sz="quarter" idx="3"/>
          </p:nvPr>
        </p:nvSpPr>
        <p:spPr>
          <a:xfrm>
            <a:off x="13746480" y="28815456"/>
            <a:ext cx="12740640" cy="1655233"/>
          </a:xfrm>
          <a:prstGeom prst="rect">
            <a:avLst/>
          </a:prstGeom>
        </p:spPr>
        <p:txBody>
          <a:bodyPr vert="horz" lIns="407546" tIns="203773" rIns="407546" bIns="203773" rtlCol="0" anchor="ctr"/>
          <a:lstStyle>
            <a:lvl1pPr algn="ctr">
              <a:defRPr sz="5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8834080" y="28815456"/>
            <a:ext cx="9387840" cy="1655233"/>
          </a:xfrm>
          <a:prstGeom prst="rect">
            <a:avLst/>
          </a:prstGeom>
        </p:spPr>
        <p:txBody>
          <a:bodyPr vert="horz" lIns="407546" tIns="203773" rIns="407546" bIns="203773" rtlCol="0" anchor="ctr"/>
          <a:lstStyle>
            <a:lvl1pPr algn="r">
              <a:defRPr sz="5300">
                <a:solidFill>
                  <a:schemeClr val="tx1">
                    <a:tint val="75000"/>
                  </a:schemeClr>
                </a:solidFill>
              </a:defRPr>
            </a:lvl1pPr>
          </a:lstStyle>
          <a:p>
            <a:fld id="{4DA4E88E-F71B-45B7-849E-D8E46ECDDAB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4075467" rtl="0" eaLnBrk="1" latinLnBrk="0" hangingPunct="1">
        <a:spcBef>
          <a:spcPct val="0"/>
        </a:spcBef>
        <a:buNone/>
        <a:defRPr sz="19600" kern="1200">
          <a:solidFill>
            <a:schemeClr val="tx1"/>
          </a:solidFill>
          <a:latin typeface="+mj-lt"/>
          <a:ea typeface="+mj-ea"/>
          <a:cs typeface="+mj-cs"/>
        </a:defRPr>
      </a:lvl1pPr>
    </p:titleStyle>
    <p:bodyStyle>
      <a:lvl1pPr marL="1528301" indent="-1528301" algn="l" defTabSz="4075467" rtl="0" eaLnBrk="1" latinLnBrk="0" hangingPunct="1">
        <a:spcBef>
          <a:spcPct val="20000"/>
        </a:spcBef>
        <a:buFont typeface="Arial" pitchFamily="34" charset="0"/>
        <a:buChar char="•"/>
        <a:defRPr sz="14300" kern="1200">
          <a:solidFill>
            <a:schemeClr val="tx1"/>
          </a:solidFill>
          <a:latin typeface="+mn-lt"/>
          <a:ea typeface="+mn-ea"/>
          <a:cs typeface="+mn-cs"/>
        </a:defRPr>
      </a:lvl1pPr>
      <a:lvl2pPr marL="3311317" indent="-1273584" algn="l" defTabSz="4075467" rtl="0" eaLnBrk="1" latinLnBrk="0" hangingPunct="1">
        <a:spcBef>
          <a:spcPct val="20000"/>
        </a:spcBef>
        <a:buFont typeface="Arial" pitchFamily="34" charset="0"/>
        <a:buChar char="–"/>
        <a:defRPr sz="12400" kern="1200">
          <a:solidFill>
            <a:schemeClr val="tx1"/>
          </a:solidFill>
          <a:latin typeface="+mn-lt"/>
          <a:ea typeface="+mn-ea"/>
          <a:cs typeface="+mn-cs"/>
        </a:defRPr>
      </a:lvl2pPr>
      <a:lvl3pPr marL="5094334" indent="-1018867" algn="l" defTabSz="4075467" rtl="0" eaLnBrk="1" latinLnBrk="0" hangingPunct="1">
        <a:spcBef>
          <a:spcPct val="20000"/>
        </a:spcBef>
        <a:buFont typeface="Arial" pitchFamily="34" charset="0"/>
        <a:buChar char="•"/>
        <a:defRPr sz="10700" kern="1200">
          <a:solidFill>
            <a:schemeClr val="tx1"/>
          </a:solidFill>
          <a:latin typeface="+mn-lt"/>
          <a:ea typeface="+mn-ea"/>
          <a:cs typeface="+mn-cs"/>
        </a:defRPr>
      </a:lvl3pPr>
      <a:lvl4pPr marL="7132067" indent="-1018867" algn="l" defTabSz="4075467" rtl="0" eaLnBrk="1" latinLnBrk="0" hangingPunct="1">
        <a:spcBef>
          <a:spcPct val="20000"/>
        </a:spcBef>
        <a:buFont typeface="Arial" pitchFamily="34" charset="0"/>
        <a:buChar char="–"/>
        <a:defRPr sz="9000" kern="1200">
          <a:solidFill>
            <a:schemeClr val="tx1"/>
          </a:solidFill>
          <a:latin typeface="+mn-lt"/>
          <a:ea typeface="+mn-ea"/>
          <a:cs typeface="+mn-cs"/>
        </a:defRPr>
      </a:lvl4pPr>
      <a:lvl5pPr marL="9169801" indent="-1018867" algn="l" defTabSz="4075467" rtl="0" eaLnBrk="1" latinLnBrk="0" hangingPunct="1">
        <a:spcBef>
          <a:spcPct val="20000"/>
        </a:spcBef>
        <a:buFont typeface="Arial" pitchFamily="34" charset="0"/>
        <a:buChar char="»"/>
        <a:defRPr sz="9000" kern="1200">
          <a:solidFill>
            <a:schemeClr val="tx1"/>
          </a:solidFill>
          <a:latin typeface="+mn-lt"/>
          <a:ea typeface="+mn-ea"/>
          <a:cs typeface="+mn-cs"/>
        </a:defRPr>
      </a:lvl5pPr>
      <a:lvl6pPr marL="11207534" indent="-1018867" algn="l" defTabSz="4075467" rtl="0" eaLnBrk="1" latinLnBrk="0" hangingPunct="1">
        <a:spcBef>
          <a:spcPct val="20000"/>
        </a:spcBef>
        <a:buFont typeface="Arial" pitchFamily="34" charset="0"/>
        <a:buChar char="•"/>
        <a:defRPr sz="9000" kern="1200">
          <a:solidFill>
            <a:schemeClr val="tx1"/>
          </a:solidFill>
          <a:latin typeface="+mn-lt"/>
          <a:ea typeface="+mn-ea"/>
          <a:cs typeface="+mn-cs"/>
        </a:defRPr>
      </a:lvl6pPr>
      <a:lvl7pPr marL="13245268" indent="-1018867" algn="l" defTabSz="4075467" rtl="0" eaLnBrk="1" latinLnBrk="0" hangingPunct="1">
        <a:spcBef>
          <a:spcPct val="20000"/>
        </a:spcBef>
        <a:buFont typeface="Arial" pitchFamily="34" charset="0"/>
        <a:buChar char="•"/>
        <a:defRPr sz="9000" kern="1200">
          <a:solidFill>
            <a:schemeClr val="tx1"/>
          </a:solidFill>
          <a:latin typeface="+mn-lt"/>
          <a:ea typeface="+mn-ea"/>
          <a:cs typeface="+mn-cs"/>
        </a:defRPr>
      </a:lvl7pPr>
      <a:lvl8pPr marL="15283001" indent="-1018867" algn="l" defTabSz="4075467" rtl="0" eaLnBrk="1" latinLnBrk="0" hangingPunct="1">
        <a:spcBef>
          <a:spcPct val="20000"/>
        </a:spcBef>
        <a:buFont typeface="Arial" pitchFamily="34" charset="0"/>
        <a:buChar char="•"/>
        <a:defRPr sz="9000" kern="1200">
          <a:solidFill>
            <a:schemeClr val="tx1"/>
          </a:solidFill>
          <a:latin typeface="+mn-lt"/>
          <a:ea typeface="+mn-ea"/>
          <a:cs typeface="+mn-cs"/>
        </a:defRPr>
      </a:lvl8pPr>
      <a:lvl9pPr marL="17320735" indent="-1018867" algn="l" defTabSz="4075467" rtl="0" eaLnBrk="1" latinLnBrk="0" hangingPunct="1">
        <a:spcBef>
          <a:spcPct val="20000"/>
        </a:spcBef>
        <a:buFont typeface="Arial" pitchFamily="34" charset="0"/>
        <a:buChar char="•"/>
        <a:defRPr sz="9000" kern="1200">
          <a:solidFill>
            <a:schemeClr val="tx1"/>
          </a:solidFill>
          <a:latin typeface="+mn-lt"/>
          <a:ea typeface="+mn-ea"/>
          <a:cs typeface="+mn-cs"/>
        </a:defRPr>
      </a:lvl9pPr>
    </p:bodyStyle>
    <p:otherStyle>
      <a:defPPr>
        <a:defRPr lang="en-US"/>
      </a:defPPr>
      <a:lvl1pPr marL="0" algn="l" defTabSz="4075467" rtl="0" eaLnBrk="1" latinLnBrk="0" hangingPunct="1">
        <a:defRPr sz="8100" kern="1200">
          <a:solidFill>
            <a:schemeClr val="tx1"/>
          </a:solidFill>
          <a:latin typeface="+mn-lt"/>
          <a:ea typeface="+mn-ea"/>
          <a:cs typeface="+mn-cs"/>
        </a:defRPr>
      </a:lvl1pPr>
      <a:lvl2pPr marL="2037734" algn="l" defTabSz="4075467" rtl="0" eaLnBrk="1" latinLnBrk="0" hangingPunct="1">
        <a:defRPr sz="8100" kern="1200">
          <a:solidFill>
            <a:schemeClr val="tx1"/>
          </a:solidFill>
          <a:latin typeface="+mn-lt"/>
          <a:ea typeface="+mn-ea"/>
          <a:cs typeface="+mn-cs"/>
        </a:defRPr>
      </a:lvl2pPr>
      <a:lvl3pPr marL="4075467" algn="l" defTabSz="4075467" rtl="0" eaLnBrk="1" latinLnBrk="0" hangingPunct="1">
        <a:defRPr sz="8100" kern="1200">
          <a:solidFill>
            <a:schemeClr val="tx1"/>
          </a:solidFill>
          <a:latin typeface="+mn-lt"/>
          <a:ea typeface="+mn-ea"/>
          <a:cs typeface="+mn-cs"/>
        </a:defRPr>
      </a:lvl3pPr>
      <a:lvl4pPr marL="6113201" algn="l" defTabSz="4075467" rtl="0" eaLnBrk="1" latinLnBrk="0" hangingPunct="1">
        <a:defRPr sz="8100" kern="1200">
          <a:solidFill>
            <a:schemeClr val="tx1"/>
          </a:solidFill>
          <a:latin typeface="+mn-lt"/>
          <a:ea typeface="+mn-ea"/>
          <a:cs typeface="+mn-cs"/>
        </a:defRPr>
      </a:lvl4pPr>
      <a:lvl5pPr marL="8150934" algn="l" defTabSz="4075467" rtl="0" eaLnBrk="1" latinLnBrk="0" hangingPunct="1">
        <a:defRPr sz="8100" kern="1200">
          <a:solidFill>
            <a:schemeClr val="tx1"/>
          </a:solidFill>
          <a:latin typeface="+mn-lt"/>
          <a:ea typeface="+mn-ea"/>
          <a:cs typeface="+mn-cs"/>
        </a:defRPr>
      </a:lvl5pPr>
      <a:lvl6pPr marL="10188668" algn="l" defTabSz="4075467" rtl="0" eaLnBrk="1" latinLnBrk="0" hangingPunct="1">
        <a:defRPr sz="8100" kern="1200">
          <a:solidFill>
            <a:schemeClr val="tx1"/>
          </a:solidFill>
          <a:latin typeface="+mn-lt"/>
          <a:ea typeface="+mn-ea"/>
          <a:cs typeface="+mn-cs"/>
        </a:defRPr>
      </a:lvl6pPr>
      <a:lvl7pPr marL="12226401" algn="l" defTabSz="4075467" rtl="0" eaLnBrk="1" latinLnBrk="0" hangingPunct="1">
        <a:defRPr sz="8100" kern="1200">
          <a:solidFill>
            <a:schemeClr val="tx1"/>
          </a:solidFill>
          <a:latin typeface="+mn-lt"/>
          <a:ea typeface="+mn-ea"/>
          <a:cs typeface="+mn-cs"/>
        </a:defRPr>
      </a:lvl7pPr>
      <a:lvl8pPr marL="14264135" algn="l" defTabSz="4075467" rtl="0" eaLnBrk="1" latinLnBrk="0" hangingPunct="1">
        <a:defRPr sz="8100" kern="1200">
          <a:solidFill>
            <a:schemeClr val="tx1"/>
          </a:solidFill>
          <a:latin typeface="+mn-lt"/>
          <a:ea typeface="+mn-ea"/>
          <a:cs typeface="+mn-cs"/>
        </a:defRPr>
      </a:lvl8pPr>
      <a:lvl9pPr marL="16301868" algn="l" defTabSz="4075467" rtl="0" eaLnBrk="1" latinLnBrk="0" hangingPunct="1">
        <a:defRPr sz="8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1139817" y="1295401"/>
            <a:ext cx="29075079" cy="4196016"/>
          </a:xfrm>
          <a:prstGeom prst="rect">
            <a:avLst/>
          </a:prstGeom>
          <a:noFill/>
          <a:ln>
            <a:solidFill>
              <a:schemeClr val="tx1"/>
            </a:solidFill>
          </a:ln>
        </p:spPr>
        <p:txBody>
          <a:bodyPr wrap="square" lIns="132076" tIns="66038" rIns="132076" bIns="66038" rtlCol="0">
            <a:spAutoFit/>
          </a:bodyPr>
          <a:lstStyle/>
          <a:p>
            <a:r>
              <a:rPr lang="en-US" sz="12000" b="1" i="1"/>
              <a:t>3D Gaming Environment for Arm Assessment</a:t>
            </a:r>
          </a:p>
          <a:p>
            <a:r>
              <a:rPr lang="en-US" sz="7200" b="1"/>
              <a:t>Team: </a:t>
            </a:r>
            <a:r>
              <a:rPr lang="en-US" sz="7200"/>
              <a:t>	MAD SABINO    (Dawson Hill, Alex Pena, Miguel Villanueva)</a:t>
            </a:r>
          </a:p>
          <a:p>
            <a:r>
              <a:rPr lang="en-US" sz="7200" b="1"/>
              <a:t>Sponsor: </a:t>
            </a:r>
            <a:r>
              <a:rPr lang="en-US" sz="7200"/>
              <a:t>	UI ME	</a:t>
            </a:r>
          </a:p>
        </p:txBody>
      </p:sp>
      <p:sp>
        <p:nvSpPr>
          <p:cNvPr id="14" name="TextBox 13"/>
          <p:cNvSpPr txBox="1"/>
          <p:nvPr/>
        </p:nvSpPr>
        <p:spPr>
          <a:xfrm>
            <a:off x="1143000" y="6153150"/>
            <a:ext cx="38196520" cy="24509270"/>
          </a:xfrm>
          <a:prstGeom prst="rect">
            <a:avLst/>
          </a:prstGeom>
          <a:noFill/>
          <a:ln>
            <a:solidFill>
              <a:schemeClr val="tx1"/>
            </a:solidFill>
          </a:ln>
        </p:spPr>
        <p:txBody>
          <a:bodyPr wrap="square" lIns="132076" tIns="66038" rIns="132076" bIns="66038" rtlCol="0" anchor="t">
            <a:spAutoFit/>
          </a:bodyPr>
          <a:lstStyle/>
          <a:p>
            <a:r>
              <a:rPr lang="en-US" sz="4800" b="1"/>
              <a:t>Problem: </a:t>
            </a:r>
          </a:p>
          <a:p>
            <a:r>
              <a:rPr lang="en-US" sz="4800"/>
              <a:t>The ME Department at the University of Idaho has built an exoskeleton called the BLUE SABINO which helps assess the arm and hand movements of individuals with neurological impairment, such as those who suffer from stroke. A better task environment is needed to support future clinical tests using this exoskeleton.</a:t>
            </a:r>
          </a:p>
          <a:p>
            <a:endParaRPr lang="en-US" sz="4800">
              <a:cs typeface="Calibri"/>
            </a:endParaRPr>
          </a:p>
          <a:p>
            <a:r>
              <a:rPr lang="en-US" sz="4800" b="1">
                <a:cs typeface="Calibri"/>
              </a:rPr>
              <a:t>Solution: </a:t>
            </a:r>
          </a:p>
          <a:p>
            <a:r>
              <a:rPr lang="en-US" sz="4800">
                <a:cs typeface="Calibri"/>
              </a:rPr>
              <a:t>Our approach is to create a better task environment using a 3D game engine.</a:t>
            </a:r>
            <a:endParaRPr lang="en-US" sz="4800" b="1">
              <a:cs typeface="Calibri"/>
            </a:endParaRPr>
          </a:p>
          <a:p>
            <a:endParaRPr lang="en-US" sz="4800">
              <a:cs typeface="Calibri"/>
            </a:endParaRPr>
          </a:p>
          <a:p>
            <a:r>
              <a:rPr lang="en-US" sz="4800" b="1">
                <a:cs typeface="Calibri"/>
              </a:rPr>
              <a:t>BLUE SABINO: </a:t>
            </a:r>
          </a:p>
          <a:p>
            <a:r>
              <a:rPr lang="en-US" sz="4800" b="0" i="0">
                <a:solidFill>
                  <a:srgbClr val="191919"/>
                </a:solidFill>
                <a:effectLst/>
                <a:latin typeface="Ringside Narrow A"/>
              </a:rPr>
              <a:t>BiLateral Upper-limb Exoskeleton for </a:t>
            </a:r>
          </a:p>
          <a:p>
            <a:r>
              <a:rPr lang="en-US" sz="4800" b="0" i="0">
                <a:solidFill>
                  <a:srgbClr val="191919"/>
                </a:solidFill>
                <a:effectLst/>
                <a:latin typeface="Ringside Narrow A"/>
              </a:rPr>
              <a:t>Simultaneous Assessment of Biomechanics and Neuromuscular Output</a:t>
            </a:r>
          </a:p>
          <a:p>
            <a:endParaRPr lang="en-US" sz="4800">
              <a:solidFill>
                <a:srgbClr val="191919"/>
              </a:solidFill>
              <a:latin typeface="Ringside Narrow A"/>
              <a:cs typeface="Calibri"/>
            </a:endParaRPr>
          </a:p>
          <a:p>
            <a:r>
              <a:rPr lang="en-US" sz="4800" b="1">
                <a:solidFill>
                  <a:srgbClr val="191919"/>
                </a:solidFill>
                <a:latin typeface="Ringside Narrow A"/>
                <a:cs typeface="Calibri"/>
              </a:rPr>
              <a:t>Assessment:</a:t>
            </a:r>
          </a:p>
          <a:p>
            <a:r>
              <a:rPr lang="en-US" sz="4800">
                <a:solidFill>
                  <a:srgbClr val="191919"/>
                </a:solidFill>
                <a:latin typeface="Ringside Narrow A"/>
                <a:cs typeface="Calibri"/>
              </a:rPr>
              <a:t>Repeatable and consistent tasks.</a:t>
            </a:r>
          </a:p>
          <a:p>
            <a:endParaRPr lang="en-US" sz="4800">
              <a:solidFill>
                <a:srgbClr val="191919"/>
              </a:solidFill>
              <a:latin typeface="Ringside Narrow A"/>
              <a:cs typeface="Calibri"/>
            </a:endParaRPr>
          </a:p>
          <a:p>
            <a:r>
              <a:rPr lang="en-US" sz="4800" b="1">
                <a:solidFill>
                  <a:srgbClr val="191919"/>
                </a:solidFill>
                <a:latin typeface="Ringside Narrow A"/>
                <a:cs typeface="Calibri"/>
              </a:rPr>
              <a:t>Game Engine:</a:t>
            </a:r>
          </a:p>
          <a:p>
            <a:r>
              <a:rPr lang="en-US" sz="4800">
                <a:solidFill>
                  <a:srgbClr val="191919"/>
                </a:solidFill>
                <a:latin typeface="Ringside Narrow A"/>
                <a:cs typeface="Calibri"/>
              </a:rPr>
              <a:t>Unity</a:t>
            </a:r>
          </a:p>
          <a:p>
            <a:endParaRPr lang="en-US" sz="4800">
              <a:solidFill>
                <a:srgbClr val="191919"/>
              </a:solidFill>
              <a:latin typeface="Ringside Narrow A"/>
              <a:cs typeface="Calibri"/>
            </a:endParaRPr>
          </a:p>
          <a:p>
            <a:r>
              <a:rPr lang="en-US" sz="4800" b="1">
                <a:solidFill>
                  <a:srgbClr val="191919"/>
                </a:solidFill>
                <a:latin typeface="Ringside Narrow A"/>
                <a:cs typeface="Calibri"/>
              </a:rPr>
              <a:t>Schedule:</a:t>
            </a:r>
          </a:p>
          <a:p>
            <a:r>
              <a:rPr lang="en-US" sz="4800"/>
              <a:t>Where we want to go:</a:t>
            </a:r>
          </a:p>
          <a:p>
            <a:pPr marL="685800" indent="-685800">
              <a:buFont typeface="Arial" panose="020B0604020202020204" pitchFamily="34" charset="0"/>
              <a:buChar char="•"/>
            </a:pPr>
            <a:r>
              <a:rPr lang="en-US" sz="4800"/>
              <a:t>Unity Research</a:t>
            </a:r>
          </a:p>
          <a:p>
            <a:pPr marL="685800" indent="-685800">
              <a:buFont typeface="Arial" panose="020B0604020202020204" pitchFamily="34" charset="0"/>
              <a:buChar char="•"/>
            </a:pPr>
            <a:r>
              <a:rPr lang="en-US" sz="4800"/>
              <a:t>Completing one task (e.g., point to point reach)</a:t>
            </a:r>
          </a:p>
          <a:p>
            <a:pPr marL="685800" indent="-685800">
              <a:buFont typeface="Arial" panose="020B0604020202020204" pitchFamily="34" charset="0"/>
              <a:buChar char="•"/>
            </a:pPr>
            <a:r>
              <a:rPr lang="en-US" sz="4800"/>
              <a:t>Capturing exoskeleton outputs</a:t>
            </a:r>
          </a:p>
          <a:p>
            <a:pPr marL="685800" indent="-685800">
              <a:buFont typeface="Arial" panose="020B0604020202020204" pitchFamily="34" charset="0"/>
              <a:buChar char="•"/>
            </a:pPr>
            <a:r>
              <a:rPr lang="en-US" sz="4800"/>
              <a:t>Degrees of Freedom (start at 2, up to 5)</a:t>
            </a:r>
          </a:p>
          <a:p>
            <a:endParaRPr lang="en-US" sz="4800"/>
          </a:p>
          <a:p>
            <a:r>
              <a:rPr lang="en-US" sz="4800" b="1"/>
              <a:t>Budget:</a:t>
            </a:r>
          </a:p>
          <a:p>
            <a:r>
              <a:rPr lang="en-US" sz="4800"/>
              <a:t>$500</a:t>
            </a:r>
            <a:endParaRPr lang="en-US" sz="4800">
              <a:cs typeface="Calibri"/>
            </a:endParaRPr>
          </a:p>
          <a:p>
            <a:endParaRPr lang="en-US" sz="4800">
              <a:cs typeface="Calibri"/>
            </a:endParaRPr>
          </a:p>
          <a:p>
            <a:endParaRPr lang="en-US" sz="4800">
              <a:cs typeface="Calibri"/>
            </a:endParaRPr>
          </a:p>
          <a:p>
            <a:endParaRPr lang="en-US" sz="4800">
              <a:cs typeface="Calibri"/>
            </a:endParaRPr>
          </a:p>
          <a:p>
            <a:endParaRPr lang="en-US" sz="4800"/>
          </a:p>
          <a:p>
            <a:endParaRPr lang="en-US" sz="4800"/>
          </a:p>
          <a:p>
            <a:endParaRPr lang="en-US" sz="480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92378" y="2425213"/>
            <a:ext cx="7550067" cy="2070587"/>
          </a:xfrm>
          <a:prstGeom prst="rect">
            <a:avLst/>
          </a:prstGeom>
        </p:spPr>
      </p:pic>
      <p:pic>
        <p:nvPicPr>
          <p:cNvPr id="4" name="Picture 4">
            <a:extLst>
              <a:ext uri="{FF2B5EF4-FFF2-40B4-BE49-F238E27FC236}">
                <a16:creationId xmlns:a16="http://schemas.microsoft.com/office/drawing/2014/main" id="{64A5CC47-2D27-4D34-BBFC-C2094A7F8B42}"/>
              </a:ext>
            </a:extLst>
          </p:cNvPr>
          <p:cNvPicPr>
            <a:picLocks noChangeAspect="1"/>
          </p:cNvPicPr>
          <p:nvPr/>
        </p:nvPicPr>
        <p:blipFill rotWithShape="1">
          <a:blip r:embed="rId3"/>
          <a:srcRect t="8796"/>
          <a:stretch/>
        </p:blipFill>
        <p:spPr>
          <a:xfrm>
            <a:off x="29155549" y="22714320"/>
            <a:ext cx="9138256" cy="7046490"/>
          </a:xfrm>
          <a:prstGeom prst="rect">
            <a:avLst/>
          </a:prstGeom>
        </p:spPr>
      </p:pic>
      <p:pic>
        <p:nvPicPr>
          <p:cNvPr id="6" name="Picture 5">
            <a:extLst>
              <a:ext uri="{FF2B5EF4-FFF2-40B4-BE49-F238E27FC236}">
                <a16:creationId xmlns:a16="http://schemas.microsoft.com/office/drawing/2014/main" id="{9E5E92D2-3897-4D5C-85CF-ACAF3333B1C2}"/>
              </a:ext>
            </a:extLst>
          </p:cNvPr>
          <p:cNvPicPr>
            <a:picLocks noChangeAspect="1"/>
          </p:cNvPicPr>
          <p:nvPr/>
        </p:nvPicPr>
        <p:blipFill>
          <a:blip r:embed="rId4"/>
          <a:stretch>
            <a:fillRect/>
          </a:stretch>
        </p:blipFill>
        <p:spPr>
          <a:xfrm>
            <a:off x="26230811" y="14092117"/>
            <a:ext cx="12211634" cy="7239470"/>
          </a:xfrm>
          <a:prstGeom prst="rect">
            <a:avLst/>
          </a:prstGeom>
        </p:spPr>
      </p:pic>
      <p:pic>
        <p:nvPicPr>
          <p:cNvPr id="7" name="Picture 6" descr="A picture containing automaton&#10;&#10;Description automatically generated">
            <a:extLst>
              <a:ext uri="{FF2B5EF4-FFF2-40B4-BE49-F238E27FC236}">
                <a16:creationId xmlns:a16="http://schemas.microsoft.com/office/drawing/2014/main" id="{D8C2AE7C-FFBB-4C39-9C51-B76AC834641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48887" y="25128468"/>
            <a:ext cx="7541510" cy="4614954"/>
          </a:xfrm>
          <a:prstGeom prst="rect">
            <a:avLst/>
          </a:prstGeom>
        </p:spPr>
      </p:pic>
      <p:pic>
        <p:nvPicPr>
          <p:cNvPr id="10" name="Picture 9" descr="A picture containing toy, automaton&#10;&#10;Description automatically generated">
            <a:extLst>
              <a:ext uri="{FF2B5EF4-FFF2-40B4-BE49-F238E27FC236}">
                <a16:creationId xmlns:a16="http://schemas.microsoft.com/office/drawing/2014/main" id="{A20FE73E-2190-4BD0-9021-EBE79F8227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690397" y="25077691"/>
            <a:ext cx="8348924" cy="4716508"/>
          </a:xfrm>
          <a:prstGeom prst="rect">
            <a:avLst/>
          </a:prstGeom>
        </p:spPr>
      </p:pic>
      <p:pic>
        <p:nvPicPr>
          <p:cNvPr id="15" name="Picture 14">
            <a:extLst>
              <a:ext uri="{FF2B5EF4-FFF2-40B4-BE49-F238E27FC236}">
                <a16:creationId xmlns:a16="http://schemas.microsoft.com/office/drawing/2014/main" id="{690FD1D7-76A9-4124-8089-4B34F44DAEAF}"/>
              </a:ext>
            </a:extLst>
          </p:cNvPr>
          <p:cNvPicPr>
            <a:picLocks noChangeAspect="1"/>
          </p:cNvPicPr>
          <p:nvPr/>
        </p:nvPicPr>
        <p:blipFill>
          <a:blip r:embed="rId7"/>
          <a:stretch>
            <a:fillRect/>
          </a:stretch>
        </p:blipFill>
        <p:spPr>
          <a:xfrm>
            <a:off x="18245094" y="15544800"/>
            <a:ext cx="7088642" cy="5322217"/>
          </a:xfrm>
          <a:prstGeom prst="rect">
            <a:avLst/>
          </a:prstGeom>
        </p:spPr>
      </p:pic>
      <p:pic>
        <p:nvPicPr>
          <p:cNvPr id="1028" name="Picture 4" descr="Six degrees of freedom - Wikipedia">
            <a:extLst>
              <a:ext uri="{FF2B5EF4-FFF2-40B4-BE49-F238E27FC236}">
                <a16:creationId xmlns:a16="http://schemas.microsoft.com/office/drawing/2014/main" id="{65FB539A-7B1D-454B-9D9C-F58672CA149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80706" y="8786507"/>
            <a:ext cx="6433458" cy="610642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7">
            <a:extLst>
              <a:ext uri="{FF2B5EF4-FFF2-40B4-BE49-F238E27FC236}">
                <a16:creationId xmlns:a16="http://schemas.microsoft.com/office/drawing/2014/main" id="{A2C16211-5738-4594-99F2-F0EB9BABBED9}"/>
              </a:ext>
            </a:extLst>
          </p:cNvPr>
          <p:cNvPicPr>
            <a:picLocks noChangeAspect="1"/>
          </p:cNvPicPr>
          <p:nvPr/>
        </p:nvPicPr>
        <p:blipFill>
          <a:blip r:embed="rId9"/>
          <a:stretch>
            <a:fillRect/>
          </a:stretch>
        </p:blipFill>
        <p:spPr>
          <a:xfrm>
            <a:off x="28201153" y="8842663"/>
            <a:ext cx="10241293" cy="4546321"/>
          </a:xfrm>
          <a:prstGeom prst="rect">
            <a:avLst/>
          </a:prstGeom>
        </p:spPr>
      </p:pic>
      <p:pic>
        <p:nvPicPr>
          <p:cNvPr id="17" name="Picture 16">
            <a:extLst>
              <a:ext uri="{FF2B5EF4-FFF2-40B4-BE49-F238E27FC236}">
                <a16:creationId xmlns:a16="http://schemas.microsoft.com/office/drawing/2014/main" id="{4AC15F2A-DE06-42F0-8CC8-324E0A49E1F2}"/>
              </a:ext>
            </a:extLst>
          </p:cNvPr>
          <p:cNvPicPr>
            <a:picLocks noChangeAspect="1"/>
          </p:cNvPicPr>
          <p:nvPr/>
        </p:nvPicPr>
        <p:blipFill rotWithShape="1">
          <a:blip r:embed="rId10"/>
          <a:srcRect t="9346" b="11112"/>
          <a:stretch/>
        </p:blipFill>
        <p:spPr>
          <a:xfrm>
            <a:off x="20114452" y="22224064"/>
            <a:ext cx="8965965" cy="70464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3254B27533444690A8B3E3B23DF47F" ma:contentTypeVersion="7" ma:contentTypeDescription="Create a new document." ma:contentTypeScope="" ma:versionID="735be9182a5b77e0cf05cc8151452ae6">
  <xsd:schema xmlns:xsd="http://www.w3.org/2001/XMLSchema" xmlns:xs="http://www.w3.org/2001/XMLSchema" xmlns:p="http://schemas.microsoft.com/office/2006/metadata/properties" xmlns:ns3="78b64eb5-a17b-402c-ba9b-af600099f941" xmlns:ns4="148c8e6a-85d8-4417-a01f-7c06ebc3074d" targetNamespace="http://schemas.microsoft.com/office/2006/metadata/properties" ma:root="true" ma:fieldsID="ba91dadf1ad1d4f6bc347d337b182bf5" ns3:_="" ns4:_="">
    <xsd:import namespace="78b64eb5-a17b-402c-ba9b-af600099f941"/>
    <xsd:import namespace="148c8e6a-85d8-4417-a01f-7c06ebc3074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b64eb5-a17b-402c-ba9b-af600099f9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48c8e6a-85d8-4417-a01f-7c06ebc3074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A136C2A-7E20-4A0B-84DE-5F26D110280D}">
  <ds:schemaRefs>
    <ds:schemaRef ds:uri="148c8e6a-85d8-4417-a01f-7c06ebc3074d"/>
    <ds:schemaRef ds:uri="78b64eb5-a17b-402c-ba9b-af600099f94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BBE111B-F153-4A3A-BEB8-1F72934B6711}">
  <ds:schemaRefs>
    <ds:schemaRef ds:uri="http://schemas.microsoft.com/sharepoint/v3/contenttype/forms"/>
  </ds:schemaRefs>
</ds:datastoreItem>
</file>

<file path=customXml/itemProps3.xml><?xml version="1.0" encoding="utf-8"?>
<ds:datastoreItem xmlns:ds="http://schemas.openxmlformats.org/officeDocument/2006/customXml" ds:itemID="{1224FA33-027B-4A5A-8E5F-763EFADA777D}">
  <ds:schemaRefs>
    <ds:schemaRef ds:uri="148c8e6a-85d8-4417-a01f-7c06ebc3074d"/>
    <ds:schemaRef ds:uri="78b64eb5-a17b-402c-ba9b-af600099f94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University of Idaho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Larry Stauffer</dc:creator>
  <cp:revision>1</cp:revision>
  <dcterms:created xsi:type="dcterms:W3CDTF">2013-04-01T17:36:23Z</dcterms:created>
  <dcterms:modified xsi:type="dcterms:W3CDTF">2021-10-07T23:29:05Z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0x010100443254B27533444690A8B3E3B23DF47F</vt:lpwstr>
  </property>
</Properties>
</file>